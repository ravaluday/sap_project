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5" r:id="rId11"/>
    <p:sldId id="266" r:id="rId12"/>
    <p:sldId id="272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549"/>
  </p:normalViewPr>
  <p:slideViewPr>
    <p:cSldViewPr snapToGrid="0">
      <p:cViewPr varScale="1">
        <p:scale>
          <a:sx n="78" d="100"/>
          <a:sy n="78" d="100"/>
        </p:scale>
        <p:origin x="8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DAY RAVAL" userId="45705a48c4c7cd31" providerId="LiveId" clId="{F3BB1EE5-49FA-40D5-8B56-C59F3A5A9EB7}"/>
    <pc:docChg chg="modSld">
      <pc:chgData name="UDAY RAVAL" userId="45705a48c4c7cd31" providerId="LiveId" clId="{F3BB1EE5-49FA-40D5-8B56-C59F3A5A9EB7}" dt="2026-01-07T05:05:29.302" v="4" actId="113"/>
      <pc:docMkLst>
        <pc:docMk/>
      </pc:docMkLst>
      <pc:sldChg chg="modSp mod">
        <pc:chgData name="UDAY RAVAL" userId="45705a48c4c7cd31" providerId="LiveId" clId="{F3BB1EE5-49FA-40D5-8B56-C59F3A5A9EB7}" dt="2026-01-07T05:04:16.694" v="1" actId="113"/>
        <pc:sldMkLst>
          <pc:docMk/>
          <pc:sldMk cId="2694262007" sldId="256"/>
        </pc:sldMkLst>
        <pc:spChg chg="mod">
          <ac:chgData name="UDAY RAVAL" userId="45705a48c4c7cd31" providerId="LiveId" clId="{F3BB1EE5-49FA-40D5-8B56-C59F3A5A9EB7}" dt="2026-01-07T05:04:16.694" v="1" actId="113"/>
          <ac:spMkLst>
            <pc:docMk/>
            <pc:sldMk cId="2694262007" sldId="256"/>
            <ac:spMk id="3" creationId="{B8F2A749-94B9-F5D0-62EF-6A2235BA01EC}"/>
          </ac:spMkLst>
        </pc:spChg>
      </pc:sldChg>
      <pc:sldChg chg="modSp mod">
        <pc:chgData name="UDAY RAVAL" userId="45705a48c4c7cd31" providerId="LiveId" clId="{F3BB1EE5-49FA-40D5-8B56-C59F3A5A9EB7}" dt="2026-01-07T05:05:29.302" v="4" actId="113"/>
        <pc:sldMkLst>
          <pc:docMk/>
          <pc:sldMk cId="115810048" sldId="257"/>
        </pc:sldMkLst>
        <pc:spChg chg="mod">
          <ac:chgData name="UDAY RAVAL" userId="45705a48c4c7cd31" providerId="LiveId" clId="{F3BB1EE5-49FA-40D5-8B56-C59F3A5A9EB7}" dt="2026-01-07T05:05:29.302" v="4" actId="113"/>
          <ac:spMkLst>
            <pc:docMk/>
            <pc:sldMk cId="115810048" sldId="257"/>
            <ac:spMk id="3" creationId="{402A07F4-81D8-5AEC-C39B-67FE4E3DCAF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980A3D-943E-4A84-A82F-1A190B8E6B1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C1BBBD-C11D-4731-A19F-E8DE2B6C58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Two datasets from AWS DB1:</a:t>
          </a:r>
        </a:p>
      </dgm:t>
    </dgm:pt>
    <dgm:pt modelId="{CAEB7F1A-5C15-4EC0-A167-FAD4BE1A154D}" type="parTrans" cxnId="{A07F8EA9-6F99-4B8B-835E-6A86D0D9B955}">
      <dgm:prSet/>
      <dgm:spPr/>
      <dgm:t>
        <a:bodyPr/>
        <a:lstStyle/>
        <a:p>
          <a:endParaRPr lang="en-US"/>
        </a:p>
      </dgm:t>
    </dgm:pt>
    <dgm:pt modelId="{51712ED2-7396-4B93-AA87-DDAA585D6DC3}" type="sibTrans" cxnId="{A07F8EA9-6F99-4B8B-835E-6A86D0D9B9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631575F-0CE9-4CAB-BE7A-D67CA2426B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Financial News (2019–2020)</a:t>
          </a:r>
        </a:p>
      </dgm:t>
    </dgm:pt>
    <dgm:pt modelId="{F3A7AA9A-2DEC-4235-9892-414C7F6B579E}" type="parTrans" cxnId="{24FA661D-7878-4C30-9B86-BAC284D9DE0A}">
      <dgm:prSet/>
      <dgm:spPr/>
      <dgm:t>
        <a:bodyPr/>
        <a:lstStyle/>
        <a:p>
          <a:endParaRPr lang="en-US"/>
        </a:p>
      </dgm:t>
    </dgm:pt>
    <dgm:pt modelId="{2E22D07C-4473-4A1F-A3E8-EFFFD805C28E}" type="sibTrans" cxnId="{24FA661D-7878-4C30-9B86-BAC284D9DE0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9C372A2-2A18-473B-A840-0627462D68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Tweets (2021–2022)</a:t>
          </a:r>
        </a:p>
      </dgm:t>
    </dgm:pt>
    <dgm:pt modelId="{6FB5D0DC-5F1B-4CF3-A97B-3CD64FC87F4D}" type="parTrans" cxnId="{5F1FC1D3-5905-4D5E-AC82-911CF55170C5}">
      <dgm:prSet/>
      <dgm:spPr/>
      <dgm:t>
        <a:bodyPr/>
        <a:lstStyle/>
        <a:p>
          <a:endParaRPr lang="en-US"/>
        </a:p>
      </dgm:t>
    </dgm:pt>
    <dgm:pt modelId="{AEF2CCC8-C91C-46C6-BAFB-0171644848DC}" type="sibTrans" cxnId="{5F1FC1D3-5905-4D5E-AC82-911CF55170C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F62D76-CD53-43C3-939F-E6ED545E0E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Industries Covered:</a:t>
          </a:r>
        </a:p>
      </dgm:t>
    </dgm:pt>
    <dgm:pt modelId="{52D242C0-FA50-4E84-856C-DA0A49342132}" type="parTrans" cxnId="{9E5DA141-B81D-456F-B0F1-60E510E6DB6B}">
      <dgm:prSet/>
      <dgm:spPr/>
      <dgm:t>
        <a:bodyPr/>
        <a:lstStyle/>
        <a:p>
          <a:endParaRPr lang="en-US"/>
        </a:p>
      </dgm:t>
    </dgm:pt>
    <dgm:pt modelId="{7C5720E8-52F5-4D35-9580-F5B8EE00D86E}" type="sibTrans" cxnId="{9E5DA141-B81D-456F-B0F1-60E510E6DB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F5D0793-D48E-4CC3-B27E-8E2B4F6752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Tech (AAPL, MSFT, TSLA, GOOG)</a:t>
          </a:r>
        </a:p>
      </dgm:t>
    </dgm:pt>
    <dgm:pt modelId="{385090D0-7443-495D-ABE1-97D53CBCC77D}" type="parTrans" cxnId="{F8262662-923A-450C-B720-F857E6D8FBA5}">
      <dgm:prSet/>
      <dgm:spPr/>
      <dgm:t>
        <a:bodyPr/>
        <a:lstStyle/>
        <a:p>
          <a:endParaRPr lang="en-US"/>
        </a:p>
      </dgm:t>
    </dgm:pt>
    <dgm:pt modelId="{AF628A28-0137-4806-8B47-BA863F31D707}" type="sibTrans" cxnId="{F8262662-923A-450C-B720-F857E6D8FBA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15FF2D7-5AE9-4240-BFFE-17EDD95B84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Retail (Walmart, Amazon, McDonald's)</a:t>
          </a:r>
        </a:p>
      </dgm:t>
    </dgm:pt>
    <dgm:pt modelId="{B244739F-55AD-4BA8-AA9B-F25932DD9FFE}" type="parTrans" cxnId="{6741718E-1105-47CB-843F-412CE140C2E3}">
      <dgm:prSet/>
      <dgm:spPr/>
      <dgm:t>
        <a:bodyPr/>
        <a:lstStyle/>
        <a:p>
          <a:endParaRPr lang="en-US"/>
        </a:p>
      </dgm:t>
    </dgm:pt>
    <dgm:pt modelId="{3A76F6A3-500E-43A6-AA87-84114ADFA801}" type="sibTrans" cxnId="{6741718E-1105-47CB-843F-412CE140C2E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E1E0D4-9668-4044-B229-BA26C4ADD5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Healthcare (CVS, J&amp;J)</a:t>
          </a:r>
        </a:p>
      </dgm:t>
    </dgm:pt>
    <dgm:pt modelId="{CC9B4AC3-B6AC-4386-9CAE-E02AE63FB893}" type="parTrans" cxnId="{B76618AD-FA5F-41DD-A16D-A46BABCDEE19}">
      <dgm:prSet/>
      <dgm:spPr/>
      <dgm:t>
        <a:bodyPr/>
        <a:lstStyle/>
        <a:p>
          <a:endParaRPr lang="en-US"/>
        </a:p>
      </dgm:t>
    </dgm:pt>
    <dgm:pt modelId="{DED5E702-DE5D-4FD1-AAC5-A3DDF196938D}" type="sibTrans" cxnId="{B76618AD-FA5F-41DD-A16D-A46BABCDEE1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9F027A2-5091-4C80-8DA7-E02298B092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Finance (Visa, Berkshire Hathaway)</a:t>
          </a:r>
        </a:p>
      </dgm:t>
    </dgm:pt>
    <dgm:pt modelId="{74904C0D-D915-4832-AFAF-D477C9E71196}" type="parTrans" cxnId="{C122E315-C598-4A30-B5FA-31820AA7ACF1}">
      <dgm:prSet/>
      <dgm:spPr/>
      <dgm:t>
        <a:bodyPr/>
        <a:lstStyle/>
        <a:p>
          <a:endParaRPr lang="en-US"/>
        </a:p>
      </dgm:t>
    </dgm:pt>
    <dgm:pt modelId="{B92D7557-7EED-440D-98EE-C67005BD23D2}" type="sibTrans" cxnId="{C122E315-C598-4A30-B5FA-31820AA7ACF1}">
      <dgm:prSet/>
      <dgm:spPr/>
      <dgm:t>
        <a:bodyPr/>
        <a:lstStyle/>
        <a:p>
          <a:endParaRPr lang="en-US"/>
        </a:p>
      </dgm:t>
    </dgm:pt>
    <dgm:pt modelId="{7A4E37A3-1FF5-4AAF-93BD-610BEFE89C28}" type="pres">
      <dgm:prSet presAssocID="{E9980A3D-943E-4A84-A82F-1A190B8E6B12}" presName="root" presStyleCnt="0">
        <dgm:presLayoutVars>
          <dgm:dir/>
          <dgm:resizeHandles val="exact"/>
        </dgm:presLayoutVars>
      </dgm:prSet>
      <dgm:spPr/>
    </dgm:pt>
    <dgm:pt modelId="{2CB95EB3-CFF8-4811-9E7E-1FE5AE62DDC3}" type="pres">
      <dgm:prSet presAssocID="{E9980A3D-943E-4A84-A82F-1A190B8E6B12}" presName="container" presStyleCnt="0">
        <dgm:presLayoutVars>
          <dgm:dir/>
          <dgm:resizeHandles val="exact"/>
        </dgm:presLayoutVars>
      </dgm:prSet>
      <dgm:spPr/>
    </dgm:pt>
    <dgm:pt modelId="{1AFFC664-5795-4543-9435-53140EBFE073}" type="pres">
      <dgm:prSet presAssocID="{21C1BBBD-C11D-4731-A19F-E8DE2B6C5869}" presName="compNode" presStyleCnt="0"/>
      <dgm:spPr/>
    </dgm:pt>
    <dgm:pt modelId="{B56DB751-84A9-4C2D-AB0A-31D8085B3220}" type="pres">
      <dgm:prSet presAssocID="{21C1BBBD-C11D-4731-A19F-E8DE2B6C5869}" presName="iconBgRect" presStyleLbl="bgShp" presStyleIdx="0" presStyleCnt="8"/>
      <dgm:spPr/>
    </dgm:pt>
    <dgm:pt modelId="{7523987C-8E9D-4E1F-9243-96727772B529}" type="pres">
      <dgm:prSet presAssocID="{21C1BBBD-C11D-4731-A19F-E8DE2B6C5869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F32C6AB-FB2C-4AAA-8166-18690A3FAF98}" type="pres">
      <dgm:prSet presAssocID="{21C1BBBD-C11D-4731-A19F-E8DE2B6C5869}" presName="spaceRect" presStyleCnt="0"/>
      <dgm:spPr/>
    </dgm:pt>
    <dgm:pt modelId="{70E0B345-90EA-4ED1-8455-9D4703434755}" type="pres">
      <dgm:prSet presAssocID="{21C1BBBD-C11D-4731-A19F-E8DE2B6C5869}" presName="textRect" presStyleLbl="revTx" presStyleIdx="0" presStyleCnt="8">
        <dgm:presLayoutVars>
          <dgm:chMax val="1"/>
          <dgm:chPref val="1"/>
        </dgm:presLayoutVars>
      </dgm:prSet>
      <dgm:spPr/>
    </dgm:pt>
    <dgm:pt modelId="{B87DA03F-E076-4F6F-A31D-48070D3DE471}" type="pres">
      <dgm:prSet presAssocID="{51712ED2-7396-4B93-AA87-DDAA585D6DC3}" presName="sibTrans" presStyleLbl="sibTrans2D1" presStyleIdx="0" presStyleCnt="0"/>
      <dgm:spPr/>
    </dgm:pt>
    <dgm:pt modelId="{011EE6A8-4FB4-49E8-9A7A-99745A4EA4E0}" type="pres">
      <dgm:prSet presAssocID="{C631575F-0CE9-4CAB-BE7A-D67CA2426B5F}" presName="compNode" presStyleCnt="0"/>
      <dgm:spPr/>
    </dgm:pt>
    <dgm:pt modelId="{B10C055D-3A72-4514-8880-119CBB944C3F}" type="pres">
      <dgm:prSet presAssocID="{C631575F-0CE9-4CAB-BE7A-D67CA2426B5F}" presName="iconBgRect" presStyleLbl="bgShp" presStyleIdx="1" presStyleCnt="8"/>
      <dgm:spPr/>
    </dgm:pt>
    <dgm:pt modelId="{64A3770C-6581-41BD-BEA2-36E4954FDC81}" type="pres">
      <dgm:prSet presAssocID="{C631575F-0CE9-4CAB-BE7A-D67CA2426B5F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B4938CB0-8C34-479B-B4D5-E30DDED8C487}" type="pres">
      <dgm:prSet presAssocID="{C631575F-0CE9-4CAB-BE7A-D67CA2426B5F}" presName="spaceRect" presStyleCnt="0"/>
      <dgm:spPr/>
    </dgm:pt>
    <dgm:pt modelId="{340A27E5-C3C7-463B-A2D3-CDD2B3F7531E}" type="pres">
      <dgm:prSet presAssocID="{C631575F-0CE9-4CAB-BE7A-D67CA2426B5F}" presName="textRect" presStyleLbl="revTx" presStyleIdx="1" presStyleCnt="8">
        <dgm:presLayoutVars>
          <dgm:chMax val="1"/>
          <dgm:chPref val="1"/>
        </dgm:presLayoutVars>
      </dgm:prSet>
      <dgm:spPr/>
    </dgm:pt>
    <dgm:pt modelId="{403C9248-1486-41B2-ADB5-077364DBC47E}" type="pres">
      <dgm:prSet presAssocID="{2E22D07C-4473-4A1F-A3E8-EFFFD805C28E}" presName="sibTrans" presStyleLbl="sibTrans2D1" presStyleIdx="0" presStyleCnt="0"/>
      <dgm:spPr/>
    </dgm:pt>
    <dgm:pt modelId="{B4F345BE-6C47-4294-840A-CD8EEA0F5776}" type="pres">
      <dgm:prSet presAssocID="{E9C372A2-2A18-473B-A840-0627462D68F3}" presName="compNode" presStyleCnt="0"/>
      <dgm:spPr/>
    </dgm:pt>
    <dgm:pt modelId="{72B575DA-5FEE-4105-AF87-E240EB8B7AFC}" type="pres">
      <dgm:prSet presAssocID="{E9C372A2-2A18-473B-A840-0627462D68F3}" presName="iconBgRect" presStyleLbl="bgShp" presStyleIdx="2" presStyleCnt="8"/>
      <dgm:spPr/>
    </dgm:pt>
    <dgm:pt modelId="{779DDBA5-7B1B-48CB-9013-611B8C5DF346}" type="pres">
      <dgm:prSet presAssocID="{E9C372A2-2A18-473B-A840-0627462D68F3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acock"/>
        </a:ext>
      </dgm:extLst>
    </dgm:pt>
    <dgm:pt modelId="{852E52C9-F688-473F-882D-0F5171F32B9A}" type="pres">
      <dgm:prSet presAssocID="{E9C372A2-2A18-473B-A840-0627462D68F3}" presName="spaceRect" presStyleCnt="0"/>
      <dgm:spPr/>
    </dgm:pt>
    <dgm:pt modelId="{F5D75EA5-D3B1-4387-8757-0A259639416F}" type="pres">
      <dgm:prSet presAssocID="{E9C372A2-2A18-473B-A840-0627462D68F3}" presName="textRect" presStyleLbl="revTx" presStyleIdx="2" presStyleCnt="8">
        <dgm:presLayoutVars>
          <dgm:chMax val="1"/>
          <dgm:chPref val="1"/>
        </dgm:presLayoutVars>
      </dgm:prSet>
      <dgm:spPr/>
    </dgm:pt>
    <dgm:pt modelId="{E0D0A510-E08B-44DF-940E-6FD53A8BA0B5}" type="pres">
      <dgm:prSet presAssocID="{AEF2CCC8-C91C-46C6-BAFB-0171644848DC}" presName="sibTrans" presStyleLbl="sibTrans2D1" presStyleIdx="0" presStyleCnt="0"/>
      <dgm:spPr/>
    </dgm:pt>
    <dgm:pt modelId="{1E78446D-77DE-4939-9C7B-8A0E8C4E884C}" type="pres">
      <dgm:prSet presAssocID="{96F62D76-CD53-43C3-939F-E6ED545E0E4E}" presName="compNode" presStyleCnt="0"/>
      <dgm:spPr/>
    </dgm:pt>
    <dgm:pt modelId="{B6A4B5CF-7B80-48DE-ADE6-552F5D6BA4E1}" type="pres">
      <dgm:prSet presAssocID="{96F62D76-CD53-43C3-939F-E6ED545E0E4E}" presName="iconBgRect" presStyleLbl="bgShp" presStyleIdx="3" presStyleCnt="8"/>
      <dgm:spPr/>
    </dgm:pt>
    <dgm:pt modelId="{C968918C-023B-4ECA-8364-4A6B6AD8E521}" type="pres">
      <dgm:prSet presAssocID="{96F62D76-CD53-43C3-939F-E6ED545E0E4E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315A65E4-BD36-448B-9406-47294218CCF6}" type="pres">
      <dgm:prSet presAssocID="{96F62D76-CD53-43C3-939F-E6ED545E0E4E}" presName="spaceRect" presStyleCnt="0"/>
      <dgm:spPr/>
    </dgm:pt>
    <dgm:pt modelId="{8E15FFD7-728F-42EE-A096-20F66128D9B8}" type="pres">
      <dgm:prSet presAssocID="{96F62D76-CD53-43C3-939F-E6ED545E0E4E}" presName="textRect" presStyleLbl="revTx" presStyleIdx="3" presStyleCnt="8">
        <dgm:presLayoutVars>
          <dgm:chMax val="1"/>
          <dgm:chPref val="1"/>
        </dgm:presLayoutVars>
      </dgm:prSet>
      <dgm:spPr/>
    </dgm:pt>
    <dgm:pt modelId="{E989D465-1285-4163-BECF-F0D34EADE27C}" type="pres">
      <dgm:prSet presAssocID="{7C5720E8-52F5-4D35-9580-F5B8EE00D86E}" presName="sibTrans" presStyleLbl="sibTrans2D1" presStyleIdx="0" presStyleCnt="0"/>
      <dgm:spPr/>
    </dgm:pt>
    <dgm:pt modelId="{79AD6D0C-0116-4F46-B011-754B5EF8D40F}" type="pres">
      <dgm:prSet presAssocID="{AF5D0793-D48E-4CC3-B27E-8E2B4F67527E}" presName="compNode" presStyleCnt="0"/>
      <dgm:spPr/>
    </dgm:pt>
    <dgm:pt modelId="{C96039B3-9242-4EFF-997F-1D143E85942F}" type="pres">
      <dgm:prSet presAssocID="{AF5D0793-D48E-4CC3-B27E-8E2B4F67527E}" presName="iconBgRect" presStyleLbl="bgShp" presStyleIdx="4" presStyleCnt="8"/>
      <dgm:spPr/>
    </dgm:pt>
    <dgm:pt modelId="{D1456A43-CDFA-4791-8098-C96F0EC54001}" type="pres">
      <dgm:prSet presAssocID="{AF5D0793-D48E-4CC3-B27E-8E2B4F67527E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E4C0774-4D1C-44C7-A7B0-50A89261C5D8}" type="pres">
      <dgm:prSet presAssocID="{AF5D0793-D48E-4CC3-B27E-8E2B4F67527E}" presName="spaceRect" presStyleCnt="0"/>
      <dgm:spPr/>
    </dgm:pt>
    <dgm:pt modelId="{073F292B-1C36-41E1-80E4-A8F250F4C8EF}" type="pres">
      <dgm:prSet presAssocID="{AF5D0793-D48E-4CC3-B27E-8E2B4F67527E}" presName="textRect" presStyleLbl="revTx" presStyleIdx="4" presStyleCnt="8">
        <dgm:presLayoutVars>
          <dgm:chMax val="1"/>
          <dgm:chPref val="1"/>
        </dgm:presLayoutVars>
      </dgm:prSet>
      <dgm:spPr/>
    </dgm:pt>
    <dgm:pt modelId="{6E6B7890-0CD9-4584-B398-F14E60C36B01}" type="pres">
      <dgm:prSet presAssocID="{AF628A28-0137-4806-8B47-BA863F31D707}" presName="sibTrans" presStyleLbl="sibTrans2D1" presStyleIdx="0" presStyleCnt="0"/>
      <dgm:spPr/>
    </dgm:pt>
    <dgm:pt modelId="{85F20C9D-700A-42DE-80D0-9D93A61ED400}" type="pres">
      <dgm:prSet presAssocID="{A15FF2D7-5AE9-4240-BFFE-17EDD95B845E}" presName="compNode" presStyleCnt="0"/>
      <dgm:spPr/>
    </dgm:pt>
    <dgm:pt modelId="{29D00E7A-E7DC-4D3D-9C21-89B63131E223}" type="pres">
      <dgm:prSet presAssocID="{A15FF2D7-5AE9-4240-BFFE-17EDD95B845E}" presName="iconBgRect" presStyleLbl="bgShp" presStyleIdx="5" presStyleCnt="8"/>
      <dgm:spPr/>
    </dgm:pt>
    <dgm:pt modelId="{A85BBA84-27D9-47D8-AAE3-697878042C16}" type="pres">
      <dgm:prSet presAssocID="{A15FF2D7-5AE9-4240-BFFE-17EDD95B845E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329D2FA-2025-476A-BEDD-E64B58445341}" type="pres">
      <dgm:prSet presAssocID="{A15FF2D7-5AE9-4240-BFFE-17EDD95B845E}" presName="spaceRect" presStyleCnt="0"/>
      <dgm:spPr/>
    </dgm:pt>
    <dgm:pt modelId="{8BF20A81-FD3D-4F39-99DF-FA893E8EE11A}" type="pres">
      <dgm:prSet presAssocID="{A15FF2D7-5AE9-4240-BFFE-17EDD95B845E}" presName="textRect" presStyleLbl="revTx" presStyleIdx="5" presStyleCnt="8">
        <dgm:presLayoutVars>
          <dgm:chMax val="1"/>
          <dgm:chPref val="1"/>
        </dgm:presLayoutVars>
      </dgm:prSet>
      <dgm:spPr/>
    </dgm:pt>
    <dgm:pt modelId="{8DCBB462-1DA0-4AC3-894E-A9227F9CA671}" type="pres">
      <dgm:prSet presAssocID="{3A76F6A3-500E-43A6-AA87-84114ADFA801}" presName="sibTrans" presStyleLbl="sibTrans2D1" presStyleIdx="0" presStyleCnt="0"/>
      <dgm:spPr/>
    </dgm:pt>
    <dgm:pt modelId="{2FCB53B7-C23C-4A05-8322-872B9A4F924E}" type="pres">
      <dgm:prSet presAssocID="{25E1E0D4-9668-4044-B229-BA26C4ADD5A6}" presName="compNode" presStyleCnt="0"/>
      <dgm:spPr/>
    </dgm:pt>
    <dgm:pt modelId="{A41063EC-47E5-46CF-AF1D-313302BD48B5}" type="pres">
      <dgm:prSet presAssocID="{25E1E0D4-9668-4044-B229-BA26C4ADD5A6}" presName="iconBgRect" presStyleLbl="bgShp" presStyleIdx="6" presStyleCnt="8"/>
      <dgm:spPr/>
    </dgm:pt>
    <dgm:pt modelId="{0D6511D9-9EFF-4B6E-B06A-31304260B3EB}" type="pres">
      <dgm:prSet presAssocID="{25E1E0D4-9668-4044-B229-BA26C4ADD5A6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A4FFB112-B499-4A4A-AF0C-26F0CFA23AE1}" type="pres">
      <dgm:prSet presAssocID="{25E1E0D4-9668-4044-B229-BA26C4ADD5A6}" presName="spaceRect" presStyleCnt="0"/>
      <dgm:spPr/>
    </dgm:pt>
    <dgm:pt modelId="{1F4AAEBE-199C-48D0-9000-5D7CCA1E9B68}" type="pres">
      <dgm:prSet presAssocID="{25E1E0D4-9668-4044-B229-BA26C4ADD5A6}" presName="textRect" presStyleLbl="revTx" presStyleIdx="6" presStyleCnt="8">
        <dgm:presLayoutVars>
          <dgm:chMax val="1"/>
          <dgm:chPref val="1"/>
        </dgm:presLayoutVars>
      </dgm:prSet>
      <dgm:spPr/>
    </dgm:pt>
    <dgm:pt modelId="{4B6CB028-3A55-458F-977F-782A445AE863}" type="pres">
      <dgm:prSet presAssocID="{DED5E702-DE5D-4FD1-AAC5-A3DDF196938D}" presName="sibTrans" presStyleLbl="sibTrans2D1" presStyleIdx="0" presStyleCnt="0"/>
      <dgm:spPr/>
    </dgm:pt>
    <dgm:pt modelId="{4801FE8C-9F05-4E5C-8F53-C30AE8D82CAF}" type="pres">
      <dgm:prSet presAssocID="{D9F027A2-5091-4C80-8DA7-E02298B0925F}" presName="compNode" presStyleCnt="0"/>
      <dgm:spPr/>
    </dgm:pt>
    <dgm:pt modelId="{3B18C18D-8AC0-48FB-80CB-FC9D3C6F94B2}" type="pres">
      <dgm:prSet presAssocID="{D9F027A2-5091-4C80-8DA7-E02298B0925F}" presName="iconBgRect" presStyleLbl="bgShp" presStyleIdx="7" presStyleCnt="8"/>
      <dgm:spPr/>
    </dgm:pt>
    <dgm:pt modelId="{2E5BBD3C-E832-4326-96B1-EB00B18BD3BA}" type="pres">
      <dgm:prSet presAssocID="{D9F027A2-5091-4C80-8DA7-E02298B0925F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5DDBE6C3-315B-4E8F-A88C-ECE7822339E5}" type="pres">
      <dgm:prSet presAssocID="{D9F027A2-5091-4C80-8DA7-E02298B0925F}" presName="spaceRect" presStyleCnt="0"/>
      <dgm:spPr/>
    </dgm:pt>
    <dgm:pt modelId="{8679343F-25EF-476C-996C-04F744508703}" type="pres">
      <dgm:prSet presAssocID="{D9F027A2-5091-4C80-8DA7-E02298B0925F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682B1B01-39CC-4E8E-986F-932F40C5FBC8}" type="presOf" srcId="{7C5720E8-52F5-4D35-9580-F5B8EE00D86E}" destId="{E989D465-1285-4163-BECF-F0D34EADE27C}" srcOrd="0" destOrd="0" presId="urn:microsoft.com/office/officeart/2018/2/layout/IconCircleList"/>
    <dgm:cxn modelId="{C09D1E06-28BA-455F-94BA-23999C7B1E7C}" type="presOf" srcId="{2E22D07C-4473-4A1F-A3E8-EFFFD805C28E}" destId="{403C9248-1486-41B2-ADB5-077364DBC47E}" srcOrd="0" destOrd="0" presId="urn:microsoft.com/office/officeart/2018/2/layout/IconCircleList"/>
    <dgm:cxn modelId="{C122E315-C598-4A30-B5FA-31820AA7ACF1}" srcId="{E9980A3D-943E-4A84-A82F-1A190B8E6B12}" destId="{D9F027A2-5091-4C80-8DA7-E02298B0925F}" srcOrd="7" destOrd="0" parTransId="{74904C0D-D915-4832-AFAF-D477C9E71196}" sibTransId="{B92D7557-7EED-440D-98EE-C67005BD23D2}"/>
    <dgm:cxn modelId="{24FA661D-7878-4C30-9B86-BAC284D9DE0A}" srcId="{E9980A3D-943E-4A84-A82F-1A190B8E6B12}" destId="{C631575F-0CE9-4CAB-BE7A-D67CA2426B5F}" srcOrd="1" destOrd="0" parTransId="{F3A7AA9A-2DEC-4235-9892-414C7F6B579E}" sibTransId="{2E22D07C-4473-4A1F-A3E8-EFFFD805C28E}"/>
    <dgm:cxn modelId="{BC646932-F78C-4931-8F33-3758FC67EFB7}" type="presOf" srcId="{E9C372A2-2A18-473B-A840-0627462D68F3}" destId="{F5D75EA5-D3B1-4387-8757-0A259639416F}" srcOrd="0" destOrd="0" presId="urn:microsoft.com/office/officeart/2018/2/layout/IconCircleList"/>
    <dgm:cxn modelId="{9E5DA141-B81D-456F-B0F1-60E510E6DB6B}" srcId="{E9980A3D-943E-4A84-A82F-1A190B8E6B12}" destId="{96F62D76-CD53-43C3-939F-E6ED545E0E4E}" srcOrd="3" destOrd="0" parTransId="{52D242C0-FA50-4E84-856C-DA0A49342132}" sibTransId="{7C5720E8-52F5-4D35-9580-F5B8EE00D86E}"/>
    <dgm:cxn modelId="{F8262662-923A-450C-B720-F857E6D8FBA5}" srcId="{E9980A3D-943E-4A84-A82F-1A190B8E6B12}" destId="{AF5D0793-D48E-4CC3-B27E-8E2B4F67527E}" srcOrd="4" destOrd="0" parTransId="{385090D0-7443-495D-ABE1-97D53CBCC77D}" sibTransId="{AF628A28-0137-4806-8B47-BA863F31D707}"/>
    <dgm:cxn modelId="{B77DF267-E47D-4A7F-9DE5-DB0E99908CDC}" type="presOf" srcId="{C631575F-0CE9-4CAB-BE7A-D67CA2426B5F}" destId="{340A27E5-C3C7-463B-A2D3-CDD2B3F7531E}" srcOrd="0" destOrd="0" presId="urn:microsoft.com/office/officeart/2018/2/layout/IconCircleList"/>
    <dgm:cxn modelId="{3C50D74C-8366-496A-9BDE-3BF7572B9FE0}" type="presOf" srcId="{25E1E0D4-9668-4044-B229-BA26C4ADD5A6}" destId="{1F4AAEBE-199C-48D0-9000-5D7CCA1E9B68}" srcOrd="0" destOrd="0" presId="urn:microsoft.com/office/officeart/2018/2/layout/IconCircleList"/>
    <dgm:cxn modelId="{BA2D7D4F-CD1B-4308-A77E-C888495D8218}" type="presOf" srcId="{96F62D76-CD53-43C3-939F-E6ED545E0E4E}" destId="{8E15FFD7-728F-42EE-A096-20F66128D9B8}" srcOrd="0" destOrd="0" presId="urn:microsoft.com/office/officeart/2018/2/layout/IconCircleList"/>
    <dgm:cxn modelId="{1DF81F51-E320-4F21-8492-3D4369256D04}" type="presOf" srcId="{E9980A3D-943E-4A84-A82F-1A190B8E6B12}" destId="{7A4E37A3-1FF5-4AAF-93BD-610BEFE89C28}" srcOrd="0" destOrd="0" presId="urn:microsoft.com/office/officeart/2018/2/layout/IconCircleList"/>
    <dgm:cxn modelId="{96ED8A7E-1041-42CA-AF33-A03067481FA9}" type="presOf" srcId="{AEF2CCC8-C91C-46C6-BAFB-0171644848DC}" destId="{E0D0A510-E08B-44DF-940E-6FD53A8BA0B5}" srcOrd="0" destOrd="0" presId="urn:microsoft.com/office/officeart/2018/2/layout/IconCircleList"/>
    <dgm:cxn modelId="{CB1D3F80-A085-47C2-ACD1-7F1DA88E1C60}" type="presOf" srcId="{AF628A28-0137-4806-8B47-BA863F31D707}" destId="{6E6B7890-0CD9-4584-B398-F14E60C36B01}" srcOrd="0" destOrd="0" presId="urn:microsoft.com/office/officeart/2018/2/layout/IconCircleList"/>
    <dgm:cxn modelId="{6741718E-1105-47CB-843F-412CE140C2E3}" srcId="{E9980A3D-943E-4A84-A82F-1A190B8E6B12}" destId="{A15FF2D7-5AE9-4240-BFFE-17EDD95B845E}" srcOrd="5" destOrd="0" parTransId="{B244739F-55AD-4BA8-AA9B-F25932DD9FFE}" sibTransId="{3A76F6A3-500E-43A6-AA87-84114ADFA801}"/>
    <dgm:cxn modelId="{5D120099-453E-44F4-8C9E-776C37017781}" type="presOf" srcId="{AF5D0793-D48E-4CC3-B27E-8E2B4F67527E}" destId="{073F292B-1C36-41E1-80E4-A8F250F4C8EF}" srcOrd="0" destOrd="0" presId="urn:microsoft.com/office/officeart/2018/2/layout/IconCircleList"/>
    <dgm:cxn modelId="{47328D9E-7959-4131-8887-99CA34C43586}" type="presOf" srcId="{DED5E702-DE5D-4FD1-AAC5-A3DDF196938D}" destId="{4B6CB028-3A55-458F-977F-782A445AE863}" srcOrd="0" destOrd="0" presId="urn:microsoft.com/office/officeart/2018/2/layout/IconCircleList"/>
    <dgm:cxn modelId="{A07F8EA9-6F99-4B8B-835E-6A86D0D9B955}" srcId="{E9980A3D-943E-4A84-A82F-1A190B8E6B12}" destId="{21C1BBBD-C11D-4731-A19F-E8DE2B6C5869}" srcOrd="0" destOrd="0" parTransId="{CAEB7F1A-5C15-4EC0-A167-FAD4BE1A154D}" sibTransId="{51712ED2-7396-4B93-AA87-DDAA585D6DC3}"/>
    <dgm:cxn modelId="{283E9EAB-B57A-4515-86DE-75C78B465800}" type="presOf" srcId="{3A76F6A3-500E-43A6-AA87-84114ADFA801}" destId="{8DCBB462-1DA0-4AC3-894E-A9227F9CA671}" srcOrd="0" destOrd="0" presId="urn:microsoft.com/office/officeart/2018/2/layout/IconCircleList"/>
    <dgm:cxn modelId="{B76618AD-FA5F-41DD-A16D-A46BABCDEE19}" srcId="{E9980A3D-943E-4A84-A82F-1A190B8E6B12}" destId="{25E1E0D4-9668-4044-B229-BA26C4ADD5A6}" srcOrd="6" destOrd="0" parTransId="{CC9B4AC3-B6AC-4386-9CAE-E02AE63FB893}" sibTransId="{DED5E702-DE5D-4FD1-AAC5-A3DDF196938D}"/>
    <dgm:cxn modelId="{610632C2-57EF-4A05-B5CD-979F726B88F3}" type="presOf" srcId="{A15FF2D7-5AE9-4240-BFFE-17EDD95B845E}" destId="{8BF20A81-FD3D-4F39-99DF-FA893E8EE11A}" srcOrd="0" destOrd="0" presId="urn:microsoft.com/office/officeart/2018/2/layout/IconCircleList"/>
    <dgm:cxn modelId="{5F1FC1D3-5905-4D5E-AC82-911CF55170C5}" srcId="{E9980A3D-943E-4A84-A82F-1A190B8E6B12}" destId="{E9C372A2-2A18-473B-A840-0627462D68F3}" srcOrd="2" destOrd="0" parTransId="{6FB5D0DC-5F1B-4CF3-A97B-3CD64FC87F4D}" sibTransId="{AEF2CCC8-C91C-46C6-BAFB-0171644848DC}"/>
    <dgm:cxn modelId="{27CCA1D5-DEA0-4054-929E-5A140CB58CF1}" type="presOf" srcId="{21C1BBBD-C11D-4731-A19F-E8DE2B6C5869}" destId="{70E0B345-90EA-4ED1-8455-9D4703434755}" srcOrd="0" destOrd="0" presId="urn:microsoft.com/office/officeart/2018/2/layout/IconCircleList"/>
    <dgm:cxn modelId="{ED032FDA-7AB0-419E-B8C6-9CFCD6F0DF97}" type="presOf" srcId="{D9F027A2-5091-4C80-8DA7-E02298B0925F}" destId="{8679343F-25EF-476C-996C-04F744508703}" srcOrd="0" destOrd="0" presId="urn:microsoft.com/office/officeart/2018/2/layout/IconCircleList"/>
    <dgm:cxn modelId="{95D6C4EC-7878-42E0-8736-7BE5BF68D50D}" type="presOf" srcId="{51712ED2-7396-4B93-AA87-DDAA585D6DC3}" destId="{B87DA03F-E076-4F6F-A31D-48070D3DE471}" srcOrd="0" destOrd="0" presId="urn:microsoft.com/office/officeart/2018/2/layout/IconCircleList"/>
    <dgm:cxn modelId="{70BFBA1D-6048-4F85-917B-A90C730F39ED}" type="presParOf" srcId="{7A4E37A3-1FF5-4AAF-93BD-610BEFE89C28}" destId="{2CB95EB3-CFF8-4811-9E7E-1FE5AE62DDC3}" srcOrd="0" destOrd="0" presId="urn:microsoft.com/office/officeart/2018/2/layout/IconCircleList"/>
    <dgm:cxn modelId="{1C6BD622-B7B7-49B7-B42F-3BE0208F0D20}" type="presParOf" srcId="{2CB95EB3-CFF8-4811-9E7E-1FE5AE62DDC3}" destId="{1AFFC664-5795-4543-9435-53140EBFE073}" srcOrd="0" destOrd="0" presId="urn:microsoft.com/office/officeart/2018/2/layout/IconCircleList"/>
    <dgm:cxn modelId="{68888615-4E7C-49CD-AD76-5292F3A1164F}" type="presParOf" srcId="{1AFFC664-5795-4543-9435-53140EBFE073}" destId="{B56DB751-84A9-4C2D-AB0A-31D8085B3220}" srcOrd="0" destOrd="0" presId="urn:microsoft.com/office/officeart/2018/2/layout/IconCircleList"/>
    <dgm:cxn modelId="{7765CC0B-1217-4079-8F54-BCDAC67E8132}" type="presParOf" srcId="{1AFFC664-5795-4543-9435-53140EBFE073}" destId="{7523987C-8E9D-4E1F-9243-96727772B529}" srcOrd="1" destOrd="0" presId="urn:microsoft.com/office/officeart/2018/2/layout/IconCircleList"/>
    <dgm:cxn modelId="{6D32C767-6AB5-4960-9FFE-3F6BF99CBD15}" type="presParOf" srcId="{1AFFC664-5795-4543-9435-53140EBFE073}" destId="{4F32C6AB-FB2C-4AAA-8166-18690A3FAF98}" srcOrd="2" destOrd="0" presId="urn:microsoft.com/office/officeart/2018/2/layout/IconCircleList"/>
    <dgm:cxn modelId="{FCDBEFAA-4826-4CC7-ADEF-91EA03BC73F2}" type="presParOf" srcId="{1AFFC664-5795-4543-9435-53140EBFE073}" destId="{70E0B345-90EA-4ED1-8455-9D4703434755}" srcOrd="3" destOrd="0" presId="urn:microsoft.com/office/officeart/2018/2/layout/IconCircleList"/>
    <dgm:cxn modelId="{5A25BEAB-9B75-4385-969F-AE5E37F07FEE}" type="presParOf" srcId="{2CB95EB3-CFF8-4811-9E7E-1FE5AE62DDC3}" destId="{B87DA03F-E076-4F6F-A31D-48070D3DE471}" srcOrd="1" destOrd="0" presId="urn:microsoft.com/office/officeart/2018/2/layout/IconCircleList"/>
    <dgm:cxn modelId="{670F0731-27BC-4B10-A13E-AB23A6A6CA30}" type="presParOf" srcId="{2CB95EB3-CFF8-4811-9E7E-1FE5AE62DDC3}" destId="{011EE6A8-4FB4-49E8-9A7A-99745A4EA4E0}" srcOrd="2" destOrd="0" presId="urn:microsoft.com/office/officeart/2018/2/layout/IconCircleList"/>
    <dgm:cxn modelId="{49D10564-7145-46CC-962F-0BFB10D4AB16}" type="presParOf" srcId="{011EE6A8-4FB4-49E8-9A7A-99745A4EA4E0}" destId="{B10C055D-3A72-4514-8880-119CBB944C3F}" srcOrd="0" destOrd="0" presId="urn:microsoft.com/office/officeart/2018/2/layout/IconCircleList"/>
    <dgm:cxn modelId="{EBC511FF-8A1E-4BF6-80F5-7A647DE57CB3}" type="presParOf" srcId="{011EE6A8-4FB4-49E8-9A7A-99745A4EA4E0}" destId="{64A3770C-6581-41BD-BEA2-36E4954FDC81}" srcOrd="1" destOrd="0" presId="urn:microsoft.com/office/officeart/2018/2/layout/IconCircleList"/>
    <dgm:cxn modelId="{CAA023C8-B80C-4FE1-9FF7-6D7C6982088E}" type="presParOf" srcId="{011EE6A8-4FB4-49E8-9A7A-99745A4EA4E0}" destId="{B4938CB0-8C34-479B-B4D5-E30DDED8C487}" srcOrd="2" destOrd="0" presId="urn:microsoft.com/office/officeart/2018/2/layout/IconCircleList"/>
    <dgm:cxn modelId="{449B2F73-E706-4966-83F7-5A7681F4740A}" type="presParOf" srcId="{011EE6A8-4FB4-49E8-9A7A-99745A4EA4E0}" destId="{340A27E5-C3C7-463B-A2D3-CDD2B3F7531E}" srcOrd="3" destOrd="0" presId="urn:microsoft.com/office/officeart/2018/2/layout/IconCircleList"/>
    <dgm:cxn modelId="{6F8DA42A-A32C-468D-ACFA-87B2C4A868E3}" type="presParOf" srcId="{2CB95EB3-CFF8-4811-9E7E-1FE5AE62DDC3}" destId="{403C9248-1486-41B2-ADB5-077364DBC47E}" srcOrd="3" destOrd="0" presId="urn:microsoft.com/office/officeart/2018/2/layout/IconCircleList"/>
    <dgm:cxn modelId="{C3B67A8A-362A-42DA-BD61-C53C933CCB29}" type="presParOf" srcId="{2CB95EB3-CFF8-4811-9E7E-1FE5AE62DDC3}" destId="{B4F345BE-6C47-4294-840A-CD8EEA0F5776}" srcOrd="4" destOrd="0" presId="urn:microsoft.com/office/officeart/2018/2/layout/IconCircleList"/>
    <dgm:cxn modelId="{50D8C7BA-E390-465C-B5AF-856AECB25748}" type="presParOf" srcId="{B4F345BE-6C47-4294-840A-CD8EEA0F5776}" destId="{72B575DA-5FEE-4105-AF87-E240EB8B7AFC}" srcOrd="0" destOrd="0" presId="urn:microsoft.com/office/officeart/2018/2/layout/IconCircleList"/>
    <dgm:cxn modelId="{30555D76-5995-4FF3-A079-5F01840F4005}" type="presParOf" srcId="{B4F345BE-6C47-4294-840A-CD8EEA0F5776}" destId="{779DDBA5-7B1B-48CB-9013-611B8C5DF346}" srcOrd="1" destOrd="0" presId="urn:microsoft.com/office/officeart/2018/2/layout/IconCircleList"/>
    <dgm:cxn modelId="{68193BFC-D9AB-4660-B901-631381E7DADA}" type="presParOf" srcId="{B4F345BE-6C47-4294-840A-CD8EEA0F5776}" destId="{852E52C9-F688-473F-882D-0F5171F32B9A}" srcOrd="2" destOrd="0" presId="urn:microsoft.com/office/officeart/2018/2/layout/IconCircleList"/>
    <dgm:cxn modelId="{95B5F8D5-7546-4192-BC3E-8492E33F045A}" type="presParOf" srcId="{B4F345BE-6C47-4294-840A-CD8EEA0F5776}" destId="{F5D75EA5-D3B1-4387-8757-0A259639416F}" srcOrd="3" destOrd="0" presId="urn:microsoft.com/office/officeart/2018/2/layout/IconCircleList"/>
    <dgm:cxn modelId="{2BF66559-250F-482B-976D-CF9F481C7DB7}" type="presParOf" srcId="{2CB95EB3-CFF8-4811-9E7E-1FE5AE62DDC3}" destId="{E0D0A510-E08B-44DF-940E-6FD53A8BA0B5}" srcOrd="5" destOrd="0" presId="urn:microsoft.com/office/officeart/2018/2/layout/IconCircleList"/>
    <dgm:cxn modelId="{C20A7CF6-D6AA-499E-A43A-8226CE7D64B1}" type="presParOf" srcId="{2CB95EB3-CFF8-4811-9E7E-1FE5AE62DDC3}" destId="{1E78446D-77DE-4939-9C7B-8A0E8C4E884C}" srcOrd="6" destOrd="0" presId="urn:microsoft.com/office/officeart/2018/2/layout/IconCircleList"/>
    <dgm:cxn modelId="{C4EDD6AC-7983-427C-AA0B-5FE360461FDE}" type="presParOf" srcId="{1E78446D-77DE-4939-9C7B-8A0E8C4E884C}" destId="{B6A4B5CF-7B80-48DE-ADE6-552F5D6BA4E1}" srcOrd="0" destOrd="0" presId="urn:microsoft.com/office/officeart/2018/2/layout/IconCircleList"/>
    <dgm:cxn modelId="{067BA61A-2706-40BA-8F39-606BE7DD2ED6}" type="presParOf" srcId="{1E78446D-77DE-4939-9C7B-8A0E8C4E884C}" destId="{C968918C-023B-4ECA-8364-4A6B6AD8E521}" srcOrd="1" destOrd="0" presId="urn:microsoft.com/office/officeart/2018/2/layout/IconCircleList"/>
    <dgm:cxn modelId="{B5E9BE86-545F-4BB9-A0C8-718C6020C52C}" type="presParOf" srcId="{1E78446D-77DE-4939-9C7B-8A0E8C4E884C}" destId="{315A65E4-BD36-448B-9406-47294218CCF6}" srcOrd="2" destOrd="0" presId="urn:microsoft.com/office/officeart/2018/2/layout/IconCircleList"/>
    <dgm:cxn modelId="{DAFF1001-F78C-4D06-9FA8-6C1AEA17BE4E}" type="presParOf" srcId="{1E78446D-77DE-4939-9C7B-8A0E8C4E884C}" destId="{8E15FFD7-728F-42EE-A096-20F66128D9B8}" srcOrd="3" destOrd="0" presId="urn:microsoft.com/office/officeart/2018/2/layout/IconCircleList"/>
    <dgm:cxn modelId="{78A731A0-C9D7-42DE-A51C-5582322A1C89}" type="presParOf" srcId="{2CB95EB3-CFF8-4811-9E7E-1FE5AE62DDC3}" destId="{E989D465-1285-4163-BECF-F0D34EADE27C}" srcOrd="7" destOrd="0" presId="urn:microsoft.com/office/officeart/2018/2/layout/IconCircleList"/>
    <dgm:cxn modelId="{EEE7B2FF-DC80-498B-BE1B-386AD542AE21}" type="presParOf" srcId="{2CB95EB3-CFF8-4811-9E7E-1FE5AE62DDC3}" destId="{79AD6D0C-0116-4F46-B011-754B5EF8D40F}" srcOrd="8" destOrd="0" presId="urn:microsoft.com/office/officeart/2018/2/layout/IconCircleList"/>
    <dgm:cxn modelId="{86BE3013-5011-457C-BB58-E306A3C1C1A3}" type="presParOf" srcId="{79AD6D0C-0116-4F46-B011-754B5EF8D40F}" destId="{C96039B3-9242-4EFF-997F-1D143E85942F}" srcOrd="0" destOrd="0" presId="urn:microsoft.com/office/officeart/2018/2/layout/IconCircleList"/>
    <dgm:cxn modelId="{9555873C-F77E-4E3B-B031-86F86669B12E}" type="presParOf" srcId="{79AD6D0C-0116-4F46-B011-754B5EF8D40F}" destId="{D1456A43-CDFA-4791-8098-C96F0EC54001}" srcOrd="1" destOrd="0" presId="urn:microsoft.com/office/officeart/2018/2/layout/IconCircleList"/>
    <dgm:cxn modelId="{84DDFE69-18CD-425C-908B-4C1530E18622}" type="presParOf" srcId="{79AD6D0C-0116-4F46-B011-754B5EF8D40F}" destId="{0E4C0774-4D1C-44C7-A7B0-50A89261C5D8}" srcOrd="2" destOrd="0" presId="urn:microsoft.com/office/officeart/2018/2/layout/IconCircleList"/>
    <dgm:cxn modelId="{10A7BDED-88BF-4A98-8E94-63DDCD7DB3E2}" type="presParOf" srcId="{79AD6D0C-0116-4F46-B011-754B5EF8D40F}" destId="{073F292B-1C36-41E1-80E4-A8F250F4C8EF}" srcOrd="3" destOrd="0" presId="urn:microsoft.com/office/officeart/2018/2/layout/IconCircleList"/>
    <dgm:cxn modelId="{4C6E8D2F-CF52-42A1-AC9D-EDC5854C4E90}" type="presParOf" srcId="{2CB95EB3-CFF8-4811-9E7E-1FE5AE62DDC3}" destId="{6E6B7890-0CD9-4584-B398-F14E60C36B01}" srcOrd="9" destOrd="0" presId="urn:microsoft.com/office/officeart/2018/2/layout/IconCircleList"/>
    <dgm:cxn modelId="{D931ADCC-CC50-48AD-834C-C45FDBD0D9D3}" type="presParOf" srcId="{2CB95EB3-CFF8-4811-9E7E-1FE5AE62DDC3}" destId="{85F20C9D-700A-42DE-80D0-9D93A61ED400}" srcOrd="10" destOrd="0" presId="urn:microsoft.com/office/officeart/2018/2/layout/IconCircleList"/>
    <dgm:cxn modelId="{B266E238-8BF2-4498-888F-0E226F9DD8BC}" type="presParOf" srcId="{85F20C9D-700A-42DE-80D0-9D93A61ED400}" destId="{29D00E7A-E7DC-4D3D-9C21-89B63131E223}" srcOrd="0" destOrd="0" presId="urn:microsoft.com/office/officeart/2018/2/layout/IconCircleList"/>
    <dgm:cxn modelId="{E82040F2-1D9C-41B9-ADA8-8FF5E529D3A9}" type="presParOf" srcId="{85F20C9D-700A-42DE-80D0-9D93A61ED400}" destId="{A85BBA84-27D9-47D8-AAE3-697878042C16}" srcOrd="1" destOrd="0" presId="urn:microsoft.com/office/officeart/2018/2/layout/IconCircleList"/>
    <dgm:cxn modelId="{EA8C2AC0-07EB-4662-8B7A-B67C64D9BBBE}" type="presParOf" srcId="{85F20C9D-700A-42DE-80D0-9D93A61ED400}" destId="{E329D2FA-2025-476A-BEDD-E64B58445341}" srcOrd="2" destOrd="0" presId="urn:microsoft.com/office/officeart/2018/2/layout/IconCircleList"/>
    <dgm:cxn modelId="{28404BDC-574C-4EC3-9165-82B3EB78D6AC}" type="presParOf" srcId="{85F20C9D-700A-42DE-80D0-9D93A61ED400}" destId="{8BF20A81-FD3D-4F39-99DF-FA893E8EE11A}" srcOrd="3" destOrd="0" presId="urn:microsoft.com/office/officeart/2018/2/layout/IconCircleList"/>
    <dgm:cxn modelId="{C04CEC34-5DD4-4643-8167-402AEC9640F9}" type="presParOf" srcId="{2CB95EB3-CFF8-4811-9E7E-1FE5AE62DDC3}" destId="{8DCBB462-1DA0-4AC3-894E-A9227F9CA671}" srcOrd="11" destOrd="0" presId="urn:microsoft.com/office/officeart/2018/2/layout/IconCircleList"/>
    <dgm:cxn modelId="{2466DB9A-869A-4BA9-A7D9-37A048F75EF6}" type="presParOf" srcId="{2CB95EB3-CFF8-4811-9E7E-1FE5AE62DDC3}" destId="{2FCB53B7-C23C-4A05-8322-872B9A4F924E}" srcOrd="12" destOrd="0" presId="urn:microsoft.com/office/officeart/2018/2/layout/IconCircleList"/>
    <dgm:cxn modelId="{2031F779-08D0-4BF7-85A5-70D21901D412}" type="presParOf" srcId="{2FCB53B7-C23C-4A05-8322-872B9A4F924E}" destId="{A41063EC-47E5-46CF-AF1D-313302BD48B5}" srcOrd="0" destOrd="0" presId="urn:microsoft.com/office/officeart/2018/2/layout/IconCircleList"/>
    <dgm:cxn modelId="{CDBD5686-F39C-44C9-A258-D8C1A4BE747A}" type="presParOf" srcId="{2FCB53B7-C23C-4A05-8322-872B9A4F924E}" destId="{0D6511D9-9EFF-4B6E-B06A-31304260B3EB}" srcOrd="1" destOrd="0" presId="urn:microsoft.com/office/officeart/2018/2/layout/IconCircleList"/>
    <dgm:cxn modelId="{1199FA5A-C09C-4B2E-9130-68156EB50454}" type="presParOf" srcId="{2FCB53B7-C23C-4A05-8322-872B9A4F924E}" destId="{A4FFB112-B499-4A4A-AF0C-26F0CFA23AE1}" srcOrd="2" destOrd="0" presId="urn:microsoft.com/office/officeart/2018/2/layout/IconCircleList"/>
    <dgm:cxn modelId="{21D97883-4A4C-4CE5-AAD8-ACF6F05B9C2D}" type="presParOf" srcId="{2FCB53B7-C23C-4A05-8322-872B9A4F924E}" destId="{1F4AAEBE-199C-48D0-9000-5D7CCA1E9B68}" srcOrd="3" destOrd="0" presId="urn:microsoft.com/office/officeart/2018/2/layout/IconCircleList"/>
    <dgm:cxn modelId="{42243737-EBE8-4761-B91F-96958BF3553E}" type="presParOf" srcId="{2CB95EB3-CFF8-4811-9E7E-1FE5AE62DDC3}" destId="{4B6CB028-3A55-458F-977F-782A445AE863}" srcOrd="13" destOrd="0" presId="urn:microsoft.com/office/officeart/2018/2/layout/IconCircleList"/>
    <dgm:cxn modelId="{584808F8-49E6-4044-84FC-9A30372D8E0A}" type="presParOf" srcId="{2CB95EB3-CFF8-4811-9E7E-1FE5AE62DDC3}" destId="{4801FE8C-9F05-4E5C-8F53-C30AE8D82CAF}" srcOrd="14" destOrd="0" presId="urn:microsoft.com/office/officeart/2018/2/layout/IconCircleList"/>
    <dgm:cxn modelId="{4A1741FF-5A5B-4240-9232-80430CCA9076}" type="presParOf" srcId="{4801FE8C-9F05-4E5C-8F53-C30AE8D82CAF}" destId="{3B18C18D-8AC0-48FB-80CB-FC9D3C6F94B2}" srcOrd="0" destOrd="0" presId="urn:microsoft.com/office/officeart/2018/2/layout/IconCircleList"/>
    <dgm:cxn modelId="{CCE9C60C-C44B-4FE6-A319-D6EAC8A3E41B}" type="presParOf" srcId="{4801FE8C-9F05-4E5C-8F53-C30AE8D82CAF}" destId="{2E5BBD3C-E832-4326-96B1-EB00B18BD3BA}" srcOrd="1" destOrd="0" presId="urn:microsoft.com/office/officeart/2018/2/layout/IconCircleList"/>
    <dgm:cxn modelId="{8A98FF64-075B-46A8-A4A5-9F83A61A1DC6}" type="presParOf" srcId="{4801FE8C-9F05-4E5C-8F53-C30AE8D82CAF}" destId="{5DDBE6C3-315B-4E8F-A88C-ECE7822339E5}" srcOrd="2" destOrd="0" presId="urn:microsoft.com/office/officeart/2018/2/layout/IconCircleList"/>
    <dgm:cxn modelId="{255AB3C8-3A3D-48A6-85FC-925558BE966F}" type="presParOf" srcId="{4801FE8C-9F05-4E5C-8F53-C30AE8D82CAF}" destId="{8679343F-25EF-476C-996C-04F74450870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EDD683-1AA1-4C90-B871-913099161FB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39A4B92-8F5B-4A31-9CE9-47FD98130FDA}">
      <dgm:prSet/>
      <dgm:spPr/>
      <dgm:t>
        <a:bodyPr/>
        <a:lstStyle/>
        <a:p>
          <a:r>
            <a:rPr lang="en-US" dirty="0"/>
            <a:t>SQL (AWS DB1) - data retrieval</a:t>
          </a:r>
        </a:p>
      </dgm:t>
    </dgm:pt>
    <dgm:pt modelId="{589A8ECB-407D-4222-B410-DA9E7918AB60}" type="parTrans" cxnId="{77D1E3AB-20DC-436A-BACE-D3F2822DD04D}">
      <dgm:prSet/>
      <dgm:spPr/>
      <dgm:t>
        <a:bodyPr/>
        <a:lstStyle/>
        <a:p>
          <a:endParaRPr lang="en-US"/>
        </a:p>
      </dgm:t>
    </dgm:pt>
    <dgm:pt modelId="{B84F333B-DE44-4B49-A627-42AEBA7F14F1}" type="sibTrans" cxnId="{77D1E3AB-20DC-436A-BACE-D3F2822DD04D}">
      <dgm:prSet/>
      <dgm:spPr/>
      <dgm:t>
        <a:bodyPr/>
        <a:lstStyle/>
        <a:p>
          <a:endParaRPr lang="en-US"/>
        </a:p>
      </dgm:t>
    </dgm:pt>
    <dgm:pt modelId="{0A1E8F01-F530-428B-B2CF-1551EE58DC16}">
      <dgm:prSet/>
      <dgm:spPr/>
      <dgm:t>
        <a:bodyPr/>
        <a:lstStyle/>
        <a:p>
          <a:r>
            <a:rPr lang="en-US" dirty="0"/>
            <a:t>RStudio - main analytics framework</a:t>
          </a:r>
        </a:p>
      </dgm:t>
    </dgm:pt>
    <dgm:pt modelId="{B1E579A7-F2C9-4FB2-9E7B-DDACB0816833}" type="parTrans" cxnId="{28E47A5E-2131-4AB4-8534-D6F5A066E4F4}">
      <dgm:prSet/>
      <dgm:spPr/>
      <dgm:t>
        <a:bodyPr/>
        <a:lstStyle/>
        <a:p>
          <a:endParaRPr lang="en-US"/>
        </a:p>
      </dgm:t>
    </dgm:pt>
    <dgm:pt modelId="{80265493-9629-4159-82CB-86361B334155}" type="sibTrans" cxnId="{28E47A5E-2131-4AB4-8534-D6F5A066E4F4}">
      <dgm:prSet/>
      <dgm:spPr/>
      <dgm:t>
        <a:bodyPr/>
        <a:lstStyle/>
        <a:p>
          <a:endParaRPr lang="en-US"/>
        </a:p>
      </dgm:t>
    </dgm:pt>
    <dgm:pt modelId="{9F5B4F23-9F26-426D-B590-6C666C1371A2}">
      <dgm:prSet/>
      <dgm:spPr/>
      <dgm:t>
        <a:bodyPr/>
        <a:lstStyle/>
        <a:p>
          <a:r>
            <a:rPr lang="en-US"/>
            <a:t>Sentiment scoring (tidytext)</a:t>
          </a:r>
        </a:p>
      </dgm:t>
    </dgm:pt>
    <dgm:pt modelId="{57E414B0-474C-441E-92E6-C79D15A7CD4A}" type="parTrans" cxnId="{EF4008A4-E13B-4135-BDB9-0C993582586F}">
      <dgm:prSet/>
      <dgm:spPr/>
      <dgm:t>
        <a:bodyPr/>
        <a:lstStyle/>
        <a:p>
          <a:endParaRPr lang="en-US"/>
        </a:p>
      </dgm:t>
    </dgm:pt>
    <dgm:pt modelId="{55FC5D77-AA15-4E4F-BDCB-EDCD27874CF0}" type="sibTrans" cxnId="{EF4008A4-E13B-4135-BDB9-0C993582586F}">
      <dgm:prSet/>
      <dgm:spPr/>
      <dgm:t>
        <a:bodyPr/>
        <a:lstStyle/>
        <a:p>
          <a:endParaRPr lang="en-US"/>
        </a:p>
      </dgm:t>
    </dgm:pt>
    <dgm:pt modelId="{CD6670CF-BC1F-4A4C-BAC9-AA48224268AC}">
      <dgm:prSet/>
      <dgm:spPr/>
      <dgm:t>
        <a:bodyPr/>
        <a:lstStyle/>
        <a:p>
          <a:r>
            <a:rPr lang="en-US"/>
            <a:t>Monthly aggregation</a:t>
          </a:r>
        </a:p>
      </dgm:t>
    </dgm:pt>
    <dgm:pt modelId="{8A6D7158-8682-4885-9F42-96298BA50023}" type="parTrans" cxnId="{5127EE2B-4BDE-440B-AECA-8287724653FB}">
      <dgm:prSet/>
      <dgm:spPr/>
      <dgm:t>
        <a:bodyPr/>
        <a:lstStyle/>
        <a:p>
          <a:endParaRPr lang="en-US"/>
        </a:p>
      </dgm:t>
    </dgm:pt>
    <dgm:pt modelId="{EC022D51-7E50-4591-AC23-8C85AFC29820}" type="sibTrans" cxnId="{5127EE2B-4BDE-440B-AECA-8287724653FB}">
      <dgm:prSet/>
      <dgm:spPr/>
      <dgm:t>
        <a:bodyPr/>
        <a:lstStyle/>
        <a:p>
          <a:endParaRPr lang="en-US"/>
        </a:p>
      </dgm:t>
    </dgm:pt>
    <dgm:pt modelId="{0B943B17-4424-4AE2-BA34-F68B4ABBE310}">
      <dgm:prSet/>
      <dgm:spPr/>
      <dgm:t>
        <a:bodyPr/>
        <a:lstStyle/>
        <a:p>
          <a:r>
            <a:rPr lang="en-US"/>
            <a:t>ETS forecasting</a:t>
          </a:r>
        </a:p>
      </dgm:t>
    </dgm:pt>
    <dgm:pt modelId="{4023B3D9-2B89-4B71-B364-CE5C555B6E15}" type="parTrans" cxnId="{ED547BB5-DC84-4C94-A040-3F5CA3110C7E}">
      <dgm:prSet/>
      <dgm:spPr/>
      <dgm:t>
        <a:bodyPr/>
        <a:lstStyle/>
        <a:p>
          <a:endParaRPr lang="en-US"/>
        </a:p>
      </dgm:t>
    </dgm:pt>
    <dgm:pt modelId="{4B68D5E1-289C-4CD9-A085-D1FBD2FC86D5}" type="sibTrans" cxnId="{ED547BB5-DC84-4C94-A040-3F5CA3110C7E}">
      <dgm:prSet/>
      <dgm:spPr/>
      <dgm:t>
        <a:bodyPr/>
        <a:lstStyle/>
        <a:p>
          <a:endParaRPr lang="en-US"/>
        </a:p>
      </dgm:t>
    </dgm:pt>
    <dgm:pt modelId="{EA805AD5-067A-4597-822B-3BD1DB2754AC}">
      <dgm:prSet/>
      <dgm:spPr/>
      <dgm:t>
        <a:bodyPr/>
        <a:lstStyle/>
        <a:p>
          <a:r>
            <a:rPr lang="en-US"/>
            <a:t>ggplot2 visualizations</a:t>
          </a:r>
        </a:p>
      </dgm:t>
    </dgm:pt>
    <dgm:pt modelId="{592AE4FE-F950-4725-90DB-4D2711371606}" type="parTrans" cxnId="{258EE5DC-6A0D-44A5-AA58-DBA681148537}">
      <dgm:prSet/>
      <dgm:spPr/>
      <dgm:t>
        <a:bodyPr/>
        <a:lstStyle/>
        <a:p>
          <a:endParaRPr lang="en-US"/>
        </a:p>
      </dgm:t>
    </dgm:pt>
    <dgm:pt modelId="{9F77C5BA-5F38-4F5C-A8FE-21B68ECC94E5}" type="sibTrans" cxnId="{258EE5DC-6A0D-44A5-AA58-DBA681148537}">
      <dgm:prSet/>
      <dgm:spPr/>
      <dgm:t>
        <a:bodyPr/>
        <a:lstStyle/>
        <a:p>
          <a:endParaRPr lang="en-US"/>
        </a:p>
      </dgm:t>
    </dgm:pt>
    <dgm:pt modelId="{63D22241-9FA1-B94F-A3E8-3AC670A3BF55}" type="pres">
      <dgm:prSet presAssocID="{11EDD683-1AA1-4C90-B871-913099161FBA}" presName="diagram" presStyleCnt="0">
        <dgm:presLayoutVars>
          <dgm:dir/>
          <dgm:resizeHandles val="exact"/>
        </dgm:presLayoutVars>
      </dgm:prSet>
      <dgm:spPr/>
    </dgm:pt>
    <dgm:pt modelId="{40E6D2FC-C881-A542-9078-216541C904FC}" type="pres">
      <dgm:prSet presAssocID="{539A4B92-8F5B-4A31-9CE9-47FD98130FDA}" presName="node" presStyleLbl="node1" presStyleIdx="0" presStyleCnt="2">
        <dgm:presLayoutVars>
          <dgm:bulletEnabled val="1"/>
        </dgm:presLayoutVars>
      </dgm:prSet>
      <dgm:spPr/>
    </dgm:pt>
    <dgm:pt modelId="{34EAD33E-2828-0240-AC41-F59C76D6B970}" type="pres">
      <dgm:prSet presAssocID="{B84F333B-DE44-4B49-A627-42AEBA7F14F1}" presName="sibTrans" presStyleCnt="0"/>
      <dgm:spPr/>
    </dgm:pt>
    <dgm:pt modelId="{EC050F25-9950-FE4F-B58A-D2CE29A0619A}" type="pres">
      <dgm:prSet presAssocID="{0A1E8F01-F530-428B-B2CF-1551EE58DC16}" presName="node" presStyleLbl="node1" presStyleIdx="1" presStyleCnt="2">
        <dgm:presLayoutVars>
          <dgm:bulletEnabled val="1"/>
        </dgm:presLayoutVars>
      </dgm:prSet>
      <dgm:spPr/>
    </dgm:pt>
  </dgm:ptLst>
  <dgm:cxnLst>
    <dgm:cxn modelId="{5127EE2B-4BDE-440B-AECA-8287724653FB}" srcId="{0A1E8F01-F530-428B-B2CF-1551EE58DC16}" destId="{CD6670CF-BC1F-4A4C-BAC9-AA48224268AC}" srcOrd="1" destOrd="0" parTransId="{8A6D7158-8682-4885-9F42-96298BA50023}" sibTransId="{EC022D51-7E50-4591-AC23-8C85AFC29820}"/>
    <dgm:cxn modelId="{28E47A5E-2131-4AB4-8534-D6F5A066E4F4}" srcId="{11EDD683-1AA1-4C90-B871-913099161FBA}" destId="{0A1E8F01-F530-428B-B2CF-1551EE58DC16}" srcOrd="1" destOrd="0" parTransId="{B1E579A7-F2C9-4FB2-9E7B-DDACB0816833}" sibTransId="{80265493-9629-4159-82CB-86361B334155}"/>
    <dgm:cxn modelId="{5556B267-0443-834F-A551-57696B6382BB}" type="presOf" srcId="{CD6670CF-BC1F-4A4C-BAC9-AA48224268AC}" destId="{EC050F25-9950-FE4F-B58A-D2CE29A0619A}" srcOrd="0" destOrd="2" presId="urn:microsoft.com/office/officeart/2005/8/layout/default"/>
    <dgm:cxn modelId="{C119C99D-97DC-704A-AB9D-5ADAC4A8C86E}" type="presOf" srcId="{11EDD683-1AA1-4C90-B871-913099161FBA}" destId="{63D22241-9FA1-B94F-A3E8-3AC670A3BF55}" srcOrd="0" destOrd="0" presId="urn:microsoft.com/office/officeart/2005/8/layout/default"/>
    <dgm:cxn modelId="{EF4008A4-E13B-4135-BDB9-0C993582586F}" srcId="{0A1E8F01-F530-428B-B2CF-1551EE58DC16}" destId="{9F5B4F23-9F26-426D-B590-6C666C1371A2}" srcOrd="0" destOrd="0" parTransId="{57E414B0-474C-441E-92E6-C79D15A7CD4A}" sibTransId="{55FC5D77-AA15-4E4F-BDCB-EDCD27874CF0}"/>
    <dgm:cxn modelId="{77D1E3AB-20DC-436A-BACE-D3F2822DD04D}" srcId="{11EDD683-1AA1-4C90-B871-913099161FBA}" destId="{539A4B92-8F5B-4A31-9CE9-47FD98130FDA}" srcOrd="0" destOrd="0" parTransId="{589A8ECB-407D-4222-B410-DA9E7918AB60}" sibTransId="{B84F333B-DE44-4B49-A627-42AEBA7F14F1}"/>
    <dgm:cxn modelId="{7CEA3AB1-1051-224C-B0C5-227E441FCD14}" type="presOf" srcId="{0B943B17-4424-4AE2-BA34-F68B4ABBE310}" destId="{EC050F25-9950-FE4F-B58A-D2CE29A0619A}" srcOrd="0" destOrd="3" presId="urn:microsoft.com/office/officeart/2005/8/layout/default"/>
    <dgm:cxn modelId="{ED547BB5-DC84-4C94-A040-3F5CA3110C7E}" srcId="{0A1E8F01-F530-428B-B2CF-1551EE58DC16}" destId="{0B943B17-4424-4AE2-BA34-F68B4ABBE310}" srcOrd="2" destOrd="0" parTransId="{4023B3D9-2B89-4B71-B364-CE5C555B6E15}" sibTransId="{4B68D5E1-289C-4CD9-A085-D1FBD2FC86D5}"/>
    <dgm:cxn modelId="{C685F0CB-7ADA-DC4B-B70C-08A128E780C0}" type="presOf" srcId="{EA805AD5-067A-4597-822B-3BD1DB2754AC}" destId="{EC050F25-9950-FE4F-B58A-D2CE29A0619A}" srcOrd="0" destOrd="4" presId="urn:microsoft.com/office/officeart/2005/8/layout/default"/>
    <dgm:cxn modelId="{258EE5DC-6A0D-44A5-AA58-DBA681148537}" srcId="{0A1E8F01-F530-428B-B2CF-1551EE58DC16}" destId="{EA805AD5-067A-4597-822B-3BD1DB2754AC}" srcOrd="3" destOrd="0" parTransId="{592AE4FE-F950-4725-90DB-4D2711371606}" sibTransId="{9F77C5BA-5F38-4F5C-A8FE-21B68ECC94E5}"/>
    <dgm:cxn modelId="{7CFCC3E2-2B12-9F48-BBAA-878A62D59997}" type="presOf" srcId="{9F5B4F23-9F26-426D-B590-6C666C1371A2}" destId="{EC050F25-9950-FE4F-B58A-D2CE29A0619A}" srcOrd="0" destOrd="1" presId="urn:microsoft.com/office/officeart/2005/8/layout/default"/>
    <dgm:cxn modelId="{605D50F4-A662-B04C-8FB3-69715689B652}" type="presOf" srcId="{0A1E8F01-F530-428B-B2CF-1551EE58DC16}" destId="{EC050F25-9950-FE4F-B58A-D2CE29A0619A}" srcOrd="0" destOrd="0" presId="urn:microsoft.com/office/officeart/2005/8/layout/default"/>
    <dgm:cxn modelId="{26144FF9-EB76-EA4D-87E2-1CC1712E0404}" type="presOf" srcId="{539A4B92-8F5B-4A31-9CE9-47FD98130FDA}" destId="{40E6D2FC-C881-A542-9078-216541C904FC}" srcOrd="0" destOrd="0" presId="urn:microsoft.com/office/officeart/2005/8/layout/default"/>
    <dgm:cxn modelId="{EEAF6718-837A-104B-AA80-A8CFDCE7B464}" type="presParOf" srcId="{63D22241-9FA1-B94F-A3E8-3AC670A3BF55}" destId="{40E6D2FC-C881-A542-9078-216541C904FC}" srcOrd="0" destOrd="0" presId="urn:microsoft.com/office/officeart/2005/8/layout/default"/>
    <dgm:cxn modelId="{E0D1BA35-9C5D-764F-A46B-AB70943AA299}" type="presParOf" srcId="{63D22241-9FA1-B94F-A3E8-3AC670A3BF55}" destId="{34EAD33E-2828-0240-AC41-F59C76D6B970}" srcOrd="1" destOrd="0" presId="urn:microsoft.com/office/officeart/2005/8/layout/default"/>
    <dgm:cxn modelId="{84799C17-657F-C246-AE13-1E2BD150B6DD}" type="presParOf" srcId="{63D22241-9FA1-B94F-A3E8-3AC670A3BF55}" destId="{EC050F25-9950-FE4F-B58A-D2CE29A0619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A5FC1A-9763-49E9-BD78-3947B8B609E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5B733F7-452E-43C8-A04E-1D45BC845D3A}">
      <dgm:prSet/>
      <dgm:spPr/>
      <dgm:t>
        <a:bodyPr/>
        <a:lstStyle/>
        <a:p>
          <a:r>
            <a:rPr lang="en-US"/>
            <a:t>Step-by-step processing flow:</a:t>
          </a:r>
        </a:p>
      </dgm:t>
    </dgm:pt>
    <dgm:pt modelId="{5B0866A8-2839-430B-B9AC-5949982C8E9D}" type="parTrans" cxnId="{9C17A937-6882-4F48-8755-2108483147EE}">
      <dgm:prSet/>
      <dgm:spPr/>
      <dgm:t>
        <a:bodyPr/>
        <a:lstStyle/>
        <a:p>
          <a:endParaRPr lang="en-US"/>
        </a:p>
      </dgm:t>
    </dgm:pt>
    <dgm:pt modelId="{47B63EE1-03B7-4D22-8F04-6428D3BF527A}" type="sibTrans" cxnId="{9C17A937-6882-4F48-8755-2108483147EE}">
      <dgm:prSet/>
      <dgm:spPr/>
      <dgm:t>
        <a:bodyPr/>
        <a:lstStyle/>
        <a:p>
          <a:endParaRPr lang="en-US"/>
        </a:p>
      </dgm:t>
    </dgm:pt>
    <dgm:pt modelId="{AB845567-792E-485D-A213-A7B2436B8A33}">
      <dgm:prSet/>
      <dgm:spPr/>
      <dgm:t>
        <a:bodyPr/>
        <a:lstStyle/>
        <a:p>
          <a:r>
            <a:rPr lang="en-US"/>
            <a:t>Import CSV</a:t>
          </a:r>
        </a:p>
      </dgm:t>
    </dgm:pt>
    <dgm:pt modelId="{753E1E5C-C274-4E24-92CF-99897E931400}" type="parTrans" cxnId="{BD0C944C-D326-488D-B169-90D3FD08339C}">
      <dgm:prSet/>
      <dgm:spPr/>
      <dgm:t>
        <a:bodyPr/>
        <a:lstStyle/>
        <a:p>
          <a:endParaRPr lang="en-US"/>
        </a:p>
      </dgm:t>
    </dgm:pt>
    <dgm:pt modelId="{05324972-B740-41AF-9352-69A6A25AADD5}" type="sibTrans" cxnId="{BD0C944C-D326-488D-B169-90D3FD08339C}">
      <dgm:prSet/>
      <dgm:spPr/>
      <dgm:t>
        <a:bodyPr/>
        <a:lstStyle/>
        <a:p>
          <a:endParaRPr lang="en-US"/>
        </a:p>
      </dgm:t>
    </dgm:pt>
    <dgm:pt modelId="{C22AC9BE-8443-44A0-9468-9D7F3AF8A454}">
      <dgm:prSet/>
      <dgm:spPr/>
      <dgm:t>
        <a:bodyPr/>
        <a:lstStyle/>
        <a:p>
          <a:r>
            <a:rPr lang="en-US"/>
            <a:t>Tokenize text</a:t>
          </a:r>
        </a:p>
      </dgm:t>
    </dgm:pt>
    <dgm:pt modelId="{CD0ED13A-78E2-4098-A3EE-A5F697D5E52E}" type="parTrans" cxnId="{B3CC9FA5-3A95-42C2-8002-C7D237D9F941}">
      <dgm:prSet/>
      <dgm:spPr/>
      <dgm:t>
        <a:bodyPr/>
        <a:lstStyle/>
        <a:p>
          <a:endParaRPr lang="en-US"/>
        </a:p>
      </dgm:t>
    </dgm:pt>
    <dgm:pt modelId="{C1EEAF9D-FF28-4208-8D0C-86708CF5AED7}" type="sibTrans" cxnId="{B3CC9FA5-3A95-42C2-8002-C7D237D9F941}">
      <dgm:prSet/>
      <dgm:spPr/>
      <dgm:t>
        <a:bodyPr/>
        <a:lstStyle/>
        <a:p>
          <a:endParaRPr lang="en-US"/>
        </a:p>
      </dgm:t>
    </dgm:pt>
    <dgm:pt modelId="{C7852FAB-D425-4E13-8FC9-AE5BAE46A085}">
      <dgm:prSet/>
      <dgm:spPr/>
      <dgm:t>
        <a:bodyPr/>
        <a:lstStyle/>
        <a:p>
          <a:r>
            <a:rPr lang="en-US"/>
            <a:t>Join with Bing sentiment lexicon</a:t>
          </a:r>
        </a:p>
      </dgm:t>
    </dgm:pt>
    <dgm:pt modelId="{7F287458-4D2A-4B1C-A18A-1A09B948C998}" type="parTrans" cxnId="{C029CF36-3074-41EA-87D9-61E9836B3DDD}">
      <dgm:prSet/>
      <dgm:spPr/>
      <dgm:t>
        <a:bodyPr/>
        <a:lstStyle/>
        <a:p>
          <a:endParaRPr lang="en-US"/>
        </a:p>
      </dgm:t>
    </dgm:pt>
    <dgm:pt modelId="{E1814283-7507-4E30-B204-9B5F8E4A4861}" type="sibTrans" cxnId="{C029CF36-3074-41EA-87D9-61E9836B3DDD}">
      <dgm:prSet/>
      <dgm:spPr/>
      <dgm:t>
        <a:bodyPr/>
        <a:lstStyle/>
        <a:p>
          <a:endParaRPr lang="en-US"/>
        </a:p>
      </dgm:t>
    </dgm:pt>
    <dgm:pt modelId="{6DF984FD-9247-47C5-9EF8-B2D744B86925}">
      <dgm:prSet/>
      <dgm:spPr/>
      <dgm:t>
        <a:bodyPr/>
        <a:lstStyle/>
        <a:p>
          <a:r>
            <a:rPr lang="en-US"/>
            <a:t>Count positive &amp; negative words</a:t>
          </a:r>
        </a:p>
      </dgm:t>
    </dgm:pt>
    <dgm:pt modelId="{C5664269-6200-44D3-B753-6ABB1C05092C}" type="parTrans" cxnId="{09E77B24-7F0B-498F-A9D7-6A2E01E9D373}">
      <dgm:prSet/>
      <dgm:spPr/>
      <dgm:t>
        <a:bodyPr/>
        <a:lstStyle/>
        <a:p>
          <a:endParaRPr lang="en-US"/>
        </a:p>
      </dgm:t>
    </dgm:pt>
    <dgm:pt modelId="{A8DA371B-8AC7-461A-8FC4-8652071E9D28}" type="sibTrans" cxnId="{09E77B24-7F0B-498F-A9D7-6A2E01E9D373}">
      <dgm:prSet/>
      <dgm:spPr/>
      <dgm:t>
        <a:bodyPr/>
        <a:lstStyle/>
        <a:p>
          <a:endParaRPr lang="en-US"/>
        </a:p>
      </dgm:t>
    </dgm:pt>
    <dgm:pt modelId="{5C5BC2F2-627B-4C35-B896-65EBCA86362F}">
      <dgm:prSet/>
      <dgm:spPr/>
      <dgm:t>
        <a:bodyPr/>
        <a:lstStyle/>
        <a:p>
          <a:r>
            <a:rPr lang="en-US"/>
            <a:t>Compute net sentiment</a:t>
          </a:r>
        </a:p>
      </dgm:t>
    </dgm:pt>
    <dgm:pt modelId="{AFF44CFC-5589-47C8-849E-4E8EFB3ACFDE}" type="parTrans" cxnId="{17F29587-BAD9-429E-8DED-CEAD431897AF}">
      <dgm:prSet/>
      <dgm:spPr/>
      <dgm:t>
        <a:bodyPr/>
        <a:lstStyle/>
        <a:p>
          <a:endParaRPr lang="en-US"/>
        </a:p>
      </dgm:t>
    </dgm:pt>
    <dgm:pt modelId="{98321247-B2AD-42A2-B68B-A6399A29AE6A}" type="sibTrans" cxnId="{17F29587-BAD9-429E-8DED-CEAD431897AF}">
      <dgm:prSet/>
      <dgm:spPr/>
      <dgm:t>
        <a:bodyPr/>
        <a:lstStyle/>
        <a:p>
          <a:endParaRPr lang="en-US"/>
        </a:p>
      </dgm:t>
    </dgm:pt>
    <dgm:pt modelId="{16E2DDDE-8F75-4056-804E-551F0947F346}">
      <dgm:prSet/>
      <dgm:spPr/>
      <dgm:t>
        <a:bodyPr/>
        <a:lstStyle/>
        <a:p>
          <a:r>
            <a:rPr lang="en-US"/>
            <a:t>Aggregate to monthly data</a:t>
          </a:r>
        </a:p>
      </dgm:t>
    </dgm:pt>
    <dgm:pt modelId="{E1B0CC42-B824-466B-9777-3676245E5025}" type="parTrans" cxnId="{156C6545-9BE9-4710-A91D-7C99D96B1910}">
      <dgm:prSet/>
      <dgm:spPr/>
      <dgm:t>
        <a:bodyPr/>
        <a:lstStyle/>
        <a:p>
          <a:endParaRPr lang="en-US"/>
        </a:p>
      </dgm:t>
    </dgm:pt>
    <dgm:pt modelId="{6CA6585B-4243-475A-900F-4EA147580B37}" type="sibTrans" cxnId="{156C6545-9BE9-4710-A91D-7C99D96B1910}">
      <dgm:prSet/>
      <dgm:spPr/>
      <dgm:t>
        <a:bodyPr/>
        <a:lstStyle/>
        <a:p>
          <a:endParaRPr lang="en-US"/>
        </a:p>
      </dgm:t>
    </dgm:pt>
    <dgm:pt modelId="{E434132B-E1D6-468E-9B3A-FE834C10FF3C}">
      <dgm:prSet/>
      <dgm:spPr/>
      <dgm:t>
        <a:bodyPr/>
        <a:lstStyle/>
        <a:p>
          <a:r>
            <a:rPr lang="en-US"/>
            <a:t>Build ETS models</a:t>
          </a:r>
        </a:p>
      </dgm:t>
    </dgm:pt>
    <dgm:pt modelId="{D8D56A4C-2A13-457F-9582-5F228D4FA408}" type="parTrans" cxnId="{5D0BB6DF-E279-400F-9493-304885017A74}">
      <dgm:prSet/>
      <dgm:spPr/>
      <dgm:t>
        <a:bodyPr/>
        <a:lstStyle/>
        <a:p>
          <a:endParaRPr lang="en-US"/>
        </a:p>
      </dgm:t>
    </dgm:pt>
    <dgm:pt modelId="{D9AC56C0-885F-4131-9A25-262B333C14EC}" type="sibTrans" cxnId="{5D0BB6DF-E279-400F-9493-304885017A74}">
      <dgm:prSet/>
      <dgm:spPr/>
      <dgm:t>
        <a:bodyPr/>
        <a:lstStyle/>
        <a:p>
          <a:endParaRPr lang="en-US"/>
        </a:p>
      </dgm:t>
    </dgm:pt>
    <dgm:pt modelId="{8367064E-B03D-4D86-9CA5-F2B4DEC5A639}">
      <dgm:prSet/>
      <dgm:spPr/>
      <dgm:t>
        <a:bodyPr/>
        <a:lstStyle/>
        <a:p>
          <a:r>
            <a:rPr lang="en-US"/>
            <a:t>Visualize trends</a:t>
          </a:r>
        </a:p>
      </dgm:t>
    </dgm:pt>
    <dgm:pt modelId="{A0383C9A-18D8-47AF-86A7-E8EEE169870B}" type="parTrans" cxnId="{A958CAC6-30C8-40C2-BB8D-6B9BD05AB993}">
      <dgm:prSet/>
      <dgm:spPr/>
      <dgm:t>
        <a:bodyPr/>
        <a:lstStyle/>
        <a:p>
          <a:endParaRPr lang="en-US"/>
        </a:p>
      </dgm:t>
    </dgm:pt>
    <dgm:pt modelId="{DC0A9F44-BA25-46A2-A311-1CA972136257}" type="sibTrans" cxnId="{A958CAC6-30C8-40C2-BB8D-6B9BD05AB993}">
      <dgm:prSet/>
      <dgm:spPr/>
      <dgm:t>
        <a:bodyPr/>
        <a:lstStyle/>
        <a:p>
          <a:endParaRPr lang="en-US"/>
        </a:p>
      </dgm:t>
    </dgm:pt>
    <dgm:pt modelId="{591CFDE1-B9DA-C24B-8C6D-F0118B6D9B06}" type="pres">
      <dgm:prSet presAssocID="{B4A5FC1A-9763-49E9-BD78-3947B8B609E0}" presName="vert0" presStyleCnt="0">
        <dgm:presLayoutVars>
          <dgm:dir/>
          <dgm:animOne val="branch"/>
          <dgm:animLvl val="lvl"/>
        </dgm:presLayoutVars>
      </dgm:prSet>
      <dgm:spPr/>
    </dgm:pt>
    <dgm:pt modelId="{1881E04B-DFEE-D54A-8FA4-88481C0557C7}" type="pres">
      <dgm:prSet presAssocID="{25B733F7-452E-43C8-A04E-1D45BC845D3A}" presName="thickLine" presStyleLbl="alignNode1" presStyleIdx="0" presStyleCnt="1"/>
      <dgm:spPr/>
    </dgm:pt>
    <dgm:pt modelId="{1F71D849-FCB0-6F46-BACB-F3D685BC707E}" type="pres">
      <dgm:prSet presAssocID="{25B733F7-452E-43C8-A04E-1D45BC845D3A}" presName="horz1" presStyleCnt="0"/>
      <dgm:spPr/>
    </dgm:pt>
    <dgm:pt modelId="{65A7B06C-2E96-334C-B8AA-AA2AE8041E5C}" type="pres">
      <dgm:prSet presAssocID="{25B733F7-452E-43C8-A04E-1D45BC845D3A}" presName="tx1" presStyleLbl="revTx" presStyleIdx="0" presStyleCnt="9"/>
      <dgm:spPr/>
    </dgm:pt>
    <dgm:pt modelId="{A173C39A-74DB-1E41-AFA4-31C9F7593940}" type="pres">
      <dgm:prSet presAssocID="{25B733F7-452E-43C8-A04E-1D45BC845D3A}" presName="vert1" presStyleCnt="0"/>
      <dgm:spPr/>
    </dgm:pt>
    <dgm:pt modelId="{16D9A078-09B8-D849-8FC1-2957A8382784}" type="pres">
      <dgm:prSet presAssocID="{AB845567-792E-485D-A213-A7B2436B8A33}" presName="vertSpace2a" presStyleCnt="0"/>
      <dgm:spPr/>
    </dgm:pt>
    <dgm:pt modelId="{5D268FB7-F7CF-944C-9B14-26AB2D83961D}" type="pres">
      <dgm:prSet presAssocID="{AB845567-792E-485D-A213-A7B2436B8A33}" presName="horz2" presStyleCnt="0"/>
      <dgm:spPr/>
    </dgm:pt>
    <dgm:pt modelId="{60981975-9D42-3F4B-A132-E71714BD2DF5}" type="pres">
      <dgm:prSet presAssocID="{AB845567-792E-485D-A213-A7B2436B8A33}" presName="horzSpace2" presStyleCnt="0"/>
      <dgm:spPr/>
    </dgm:pt>
    <dgm:pt modelId="{15317C0C-F2C4-A047-B90C-C35D3F39E431}" type="pres">
      <dgm:prSet presAssocID="{AB845567-792E-485D-A213-A7B2436B8A33}" presName="tx2" presStyleLbl="revTx" presStyleIdx="1" presStyleCnt="9"/>
      <dgm:spPr/>
    </dgm:pt>
    <dgm:pt modelId="{953CFCA2-CFEE-DF44-986E-859057929B93}" type="pres">
      <dgm:prSet presAssocID="{AB845567-792E-485D-A213-A7B2436B8A33}" presName="vert2" presStyleCnt="0"/>
      <dgm:spPr/>
    </dgm:pt>
    <dgm:pt modelId="{A5EA6497-F330-7D44-83ED-BC3D575C25D6}" type="pres">
      <dgm:prSet presAssocID="{AB845567-792E-485D-A213-A7B2436B8A33}" presName="thinLine2b" presStyleLbl="callout" presStyleIdx="0" presStyleCnt="8"/>
      <dgm:spPr/>
    </dgm:pt>
    <dgm:pt modelId="{863CD752-8335-E74F-B7DB-6B1B3664B092}" type="pres">
      <dgm:prSet presAssocID="{AB845567-792E-485D-A213-A7B2436B8A33}" presName="vertSpace2b" presStyleCnt="0"/>
      <dgm:spPr/>
    </dgm:pt>
    <dgm:pt modelId="{4140AA12-C9A8-D748-8119-55F3ECCD349D}" type="pres">
      <dgm:prSet presAssocID="{C22AC9BE-8443-44A0-9468-9D7F3AF8A454}" presName="horz2" presStyleCnt="0"/>
      <dgm:spPr/>
    </dgm:pt>
    <dgm:pt modelId="{B5DAA6CE-B6FF-8647-AD5A-80D5B6A561A6}" type="pres">
      <dgm:prSet presAssocID="{C22AC9BE-8443-44A0-9468-9D7F3AF8A454}" presName="horzSpace2" presStyleCnt="0"/>
      <dgm:spPr/>
    </dgm:pt>
    <dgm:pt modelId="{BE61947E-2083-DA46-8207-199E3E567835}" type="pres">
      <dgm:prSet presAssocID="{C22AC9BE-8443-44A0-9468-9D7F3AF8A454}" presName="tx2" presStyleLbl="revTx" presStyleIdx="2" presStyleCnt="9"/>
      <dgm:spPr/>
    </dgm:pt>
    <dgm:pt modelId="{49AA4815-9F72-5F4B-A7A6-7664353C7789}" type="pres">
      <dgm:prSet presAssocID="{C22AC9BE-8443-44A0-9468-9D7F3AF8A454}" presName="vert2" presStyleCnt="0"/>
      <dgm:spPr/>
    </dgm:pt>
    <dgm:pt modelId="{C1A9CF65-B5F6-1E47-8B77-6B10594FF9E7}" type="pres">
      <dgm:prSet presAssocID="{C22AC9BE-8443-44A0-9468-9D7F3AF8A454}" presName="thinLine2b" presStyleLbl="callout" presStyleIdx="1" presStyleCnt="8"/>
      <dgm:spPr/>
    </dgm:pt>
    <dgm:pt modelId="{8E9B6409-A526-F643-BBD5-BBE793A29653}" type="pres">
      <dgm:prSet presAssocID="{C22AC9BE-8443-44A0-9468-9D7F3AF8A454}" presName="vertSpace2b" presStyleCnt="0"/>
      <dgm:spPr/>
    </dgm:pt>
    <dgm:pt modelId="{7986614B-3B19-4944-8EEF-7B5D3078E634}" type="pres">
      <dgm:prSet presAssocID="{C7852FAB-D425-4E13-8FC9-AE5BAE46A085}" presName="horz2" presStyleCnt="0"/>
      <dgm:spPr/>
    </dgm:pt>
    <dgm:pt modelId="{D87E4A24-6410-904B-8C61-8E1199B4984D}" type="pres">
      <dgm:prSet presAssocID="{C7852FAB-D425-4E13-8FC9-AE5BAE46A085}" presName="horzSpace2" presStyleCnt="0"/>
      <dgm:spPr/>
    </dgm:pt>
    <dgm:pt modelId="{05FCF8D1-3938-F444-A11E-48F3BD5B8D26}" type="pres">
      <dgm:prSet presAssocID="{C7852FAB-D425-4E13-8FC9-AE5BAE46A085}" presName="tx2" presStyleLbl="revTx" presStyleIdx="3" presStyleCnt="9"/>
      <dgm:spPr/>
    </dgm:pt>
    <dgm:pt modelId="{0BC2D0A5-0EE8-F140-8A9D-5DF9A818CEE9}" type="pres">
      <dgm:prSet presAssocID="{C7852FAB-D425-4E13-8FC9-AE5BAE46A085}" presName="vert2" presStyleCnt="0"/>
      <dgm:spPr/>
    </dgm:pt>
    <dgm:pt modelId="{FE995D4F-988C-884D-807A-CABCE4942A9C}" type="pres">
      <dgm:prSet presAssocID="{C7852FAB-D425-4E13-8FC9-AE5BAE46A085}" presName="thinLine2b" presStyleLbl="callout" presStyleIdx="2" presStyleCnt="8"/>
      <dgm:spPr/>
    </dgm:pt>
    <dgm:pt modelId="{C7E4B7A7-F74E-E345-8175-B324B04506FE}" type="pres">
      <dgm:prSet presAssocID="{C7852FAB-D425-4E13-8FC9-AE5BAE46A085}" presName="vertSpace2b" presStyleCnt="0"/>
      <dgm:spPr/>
    </dgm:pt>
    <dgm:pt modelId="{297187C7-4826-EE46-ACCB-7844115AAFB4}" type="pres">
      <dgm:prSet presAssocID="{6DF984FD-9247-47C5-9EF8-B2D744B86925}" presName="horz2" presStyleCnt="0"/>
      <dgm:spPr/>
    </dgm:pt>
    <dgm:pt modelId="{B7B2D85C-7ECA-4747-A618-D8D64AF85148}" type="pres">
      <dgm:prSet presAssocID="{6DF984FD-9247-47C5-9EF8-B2D744B86925}" presName="horzSpace2" presStyleCnt="0"/>
      <dgm:spPr/>
    </dgm:pt>
    <dgm:pt modelId="{13C3F8C5-917C-3746-9429-382D37FCD2A2}" type="pres">
      <dgm:prSet presAssocID="{6DF984FD-9247-47C5-9EF8-B2D744B86925}" presName="tx2" presStyleLbl="revTx" presStyleIdx="4" presStyleCnt="9"/>
      <dgm:spPr/>
    </dgm:pt>
    <dgm:pt modelId="{F91E0C51-092F-1F45-952C-3CC6F8F9CD79}" type="pres">
      <dgm:prSet presAssocID="{6DF984FD-9247-47C5-9EF8-B2D744B86925}" presName="vert2" presStyleCnt="0"/>
      <dgm:spPr/>
    </dgm:pt>
    <dgm:pt modelId="{6B16DBFA-8E3B-834F-B883-E2A59ABBB7C9}" type="pres">
      <dgm:prSet presAssocID="{6DF984FD-9247-47C5-9EF8-B2D744B86925}" presName="thinLine2b" presStyleLbl="callout" presStyleIdx="3" presStyleCnt="8"/>
      <dgm:spPr/>
    </dgm:pt>
    <dgm:pt modelId="{EA5327F0-DF20-164C-8538-B152069F98D7}" type="pres">
      <dgm:prSet presAssocID="{6DF984FD-9247-47C5-9EF8-B2D744B86925}" presName="vertSpace2b" presStyleCnt="0"/>
      <dgm:spPr/>
    </dgm:pt>
    <dgm:pt modelId="{10F71724-8A2E-9F4C-BABB-F2A5FB6988DF}" type="pres">
      <dgm:prSet presAssocID="{5C5BC2F2-627B-4C35-B896-65EBCA86362F}" presName="horz2" presStyleCnt="0"/>
      <dgm:spPr/>
    </dgm:pt>
    <dgm:pt modelId="{16EACAA7-BD9E-9E42-A769-73F6F196342C}" type="pres">
      <dgm:prSet presAssocID="{5C5BC2F2-627B-4C35-B896-65EBCA86362F}" presName="horzSpace2" presStyleCnt="0"/>
      <dgm:spPr/>
    </dgm:pt>
    <dgm:pt modelId="{9E4CE470-1E51-0E4B-8311-5D0110FA5B95}" type="pres">
      <dgm:prSet presAssocID="{5C5BC2F2-627B-4C35-B896-65EBCA86362F}" presName="tx2" presStyleLbl="revTx" presStyleIdx="5" presStyleCnt="9"/>
      <dgm:spPr/>
    </dgm:pt>
    <dgm:pt modelId="{62541481-69B8-8444-AE0D-8D3E78737249}" type="pres">
      <dgm:prSet presAssocID="{5C5BC2F2-627B-4C35-B896-65EBCA86362F}" presName="vert2" presStyleCnt="0"/>
      <dgm:spPr/>
    </dgm:pt>
    <dgm:pt modelId="{2C86C103-0538-7146-AC6B-78D2D6AD165E}" type="pres">
      <dgm:prSet presAssocID="{5C5BC2F2-627B-4C35-B896-65EBCA86362F}" presName="thinLine2b" presStyleLbl="callout" presStyleIdx="4" presStyleCnt="8"/>
      <dgm:spPr/>
    </dgm:pt>
    <dgm:pt modelId="{81F67124-EE2A-0F4A-9BA9-24A6C7C90715}" type="pres">
      <dgm:prSet presAssocID="{5C5BC2F2-627B-4C35-B896-65EBCA86362F}" presName="vertSpace2b" presStyleCnt="0"/>
      <dgm:spPr/>
    </dgm:pt>
    <dgm:pt modelId="{BF388882-2620-C647-BBA9-852C098FEC75}" type="pres">
      <dgm:prSet presAssocID="{16E2DDDE-8F75-4056-804E-551F0947F346}" presName="horz2" presStyleCnt="0"/>
      <dgm:spPr/>
    </dgm:pt>
    <dgm:pt modelId="{C872A7E1-F055-6B41-BBA4-9325C1881325}" type="pres">
      <dgm:prSet presAssocID="{16E2DDDE-8F75-4056-804E-551F0947F346}" presName="horzSpace2" presStyleCnt="0"/>
      <dgm:spPr/>
    </dgm:pt>
    <dgm:pt modelId="{689EBFAE-F9F4-0D48-8A52-7923B2A38367}" type="pres">
      <dgm:prSet presAssocID="{16E2DDDE-8F75-4056-804E-551F0947F346}" presName="tx2" presStyleLbl="revTx" presStyleIdx="6" presStyleCnt="9"/>
      <dgm:spPr/>
    </dgm:pt>
    <dgm:pt modelId="{5EFA8CC1-C9E3-B845-8ACD-6E67C4F13B59}" type="pres">
      <dgm:prSet presAssocID="{16E2DDDE-8F75-4056-804E-551F0947F346}" presName="vert2" presStyleCnt="0"/>
      <dgm:spPr/>
    </dgm:pt>
    <dgm:pt modelId="{59E031EA-DA43-0A41-8BC6-FB25DA003623}" type="pres">
      <dgm:prSet presAssocID="{16E2DDDE-8F75-4056-804E-551F0947F346}" presName="thinLine2b" presStyleLbl="callout" presStyleIdx="5" presStyleCnt="8"/>
      <dgm:spPr/>
    </dgm:pt>
    <dgm:pt modelId="{2B7CD3B9-E7B6-D64B-9C05-61AAF923A708}" type="pres">
      <dgm:prSet presAssocID="{16E2DDDE-8F75-4056-804E-551F0947F346}" presName="vertSpace2b" presStyleCnt="0"/>
      <dgm:spPr/>
    </dgm:pt>
    <dgm:pt modelId="{A1DF261D-D151-BE49-AA0E-EE8EB5E53C86}" type="pres">
      <dgm:prSet presAssocID="{E434132B-E1D6-468E-9B3A-FE834C10FF3C}" presName="horz2" presStyleCnt="0"/>
      <dgm:spPr/>
    </dgm:pt>
    <dgm:pt modelId="{CCAC960D-9549-D844-B30E-AFCBC0830876}" type="pres">
      <dgm:prSet presAssocID="{E434132B-E1D6-468E-9B3A-FE834C10FF3C}" presName="horzSpace2" presStyleCnt="0"/>
      <dgm:spPr/>
    </dgm:pt>
    <dgm:pt modelId="{8D5578E4-FA9E-9C4F-8E87-81B34C793F6D}" type="pres">
      <dgm:prSet presAssocID="{E434132B-E1D6-468E-9B3A-FE834C10FF3C}" presName="tx2" presStyleLbl="revTx" presStyleIdx="7" presStyleCnt="9"/>
      <dgm:spPr/>
    </dgm:pt>
    <dgm:pt modelId="{32F16354-229C-5B4E-A8E6-467424AF6886}" type="pres">
      <dgm:prSet presAssocID="{E434132B-E1D6-468E-9B3A-FE834C10FF3C}" presName="vert2" presStyleCnt="0"/>
      <dgm:spPr/>
    </dgm:pt>
    <dgm:pt modelId="{D98EC50A-33DB-6142-AFAE-243BFFF18A02}" type="pres">
      <dgm:prSet presAssocID="{E434132B-E1D6-468E-9B3A-FE834C10FF3C}" presName="thinLine2b" presStyleLbl="callout" presStyleIdx="6" presStyleCnt="8"/>
      <dgm:spPr/>
    </dgm:pt>
    <dgm:pt modelId="{81F68A07-414E-9F41-B8E8-D18CB78FFE5A}" type="pres">
      <dgm:prSet presAssocID="{E434132B-E1D6-468E-9B3A-FE834C10FF3C}" presName="vertSpace2b" presStyleCnt="0"/>
      <dgm:spPr/>
    </dgm:pt>
    <dgm:pt modelId="{AB087913-15B4-CC41-B0C2-A5438283A887}" type="pres">
      <dgm:prSet presAssocID="{8367064E-B03D-4D86-9CA5-F2B4DEC5A639}" presName="horz2" presStyleCnt="0"/>
      <dgm:spPr/>
    </dgm:pt>
    <dgm:pt modelId="{E6456F97-83E3-9349-94A5-081924A19DA1}" type="pres">
      <dgm:prSet presAssocID="{8367064E-B03D-4D86-9CA5-F2B4DEC5A639}" presName="horzSpace2" presStyleCnt="0"/>
      <dgm:spPr/>
    </dgm:pt>
    <dgm:pt modelId="{A036479C-C6E2-4B4E-AFD2-84E950D186EA}" type="pres">
      <dgm:prSet presAssocID="{8367064E-B03D-4D86-9CA5-F2B4DEC5A639}" presName="tx2" presStyleLbl="revTx" presStyleIdx="8" presStyleCnt="9"/>
      <dgm:spPr/>
    </dgm:pt>
    <dgm:pt modelId="{63843DEC-56C0-484C-89AC-DDEA24E02432}" type="pres">
      <dgm:prSet presAssocID="{8367064E-B03D-4D86-9CA5-F2B4DEC5A639}" presName="vert2" presStyleCnt="0"/>
      <dgm:spPr/>
    </dgm:pt>
    <dgm:pt modelId="{784D9A49-B07D-9F44-BC01-49105D78C581}" type="pres">
      <dgm:prSet presAssocID="{8367064E-B03D-4D86-9CA5-F2B4DEC5A639}" presName="thinLine2b" presStyleLbl="callout" presStyleIdx="7" presStyleCnt="8"/>
      <dgm:spPr/>
    </dgm:pt>
    <dgm:pt modelId="{E3895EE0-B986-634C-AEA5-D99E8208C005}" type="pres">
      <dgm:prSet presAssocID="{8367064E-B03D-4D86-9CA5-F2B4DEC5A639}" presName="vertSpace2b" presStyleCnt="0"/>
      <dgm:spPr/>
    </dgm:pt>
  </dgm:ptLst>
  <dgm:cxnLst>
    <dgm:cxn modelId="{C9F5CF01-BCEE-4E40-B36B-53C91B84D11E}" type="presOf" srcId="{16E2DDDE-8F75-4056-804E-551F0947F346}" destId="{689EBFAE-F9F4-0D48-8A52-7923B2A38367}" srcOrd="0" destOrd="0" presId="urn:microsoft.com/office/officeart/2008/layout/LinedList"/>
    <dgm:cxn modelId="{544D9810-8EFA-564C-B262-982B6A5588DD}" type="presOf" srcId="{C7852FAB-D425-4E13-8FC9-AE5BAE46A085}" destId="{05FCF8D1-3938-F444-A11E-48F3BD5B8D26}" srcOrd="0" destOrd="0" presId="urn:microsoft.com/office/officeart/2008/layout/LinedList"/>
    <dgm:cxn modelId="{91033B13-BEBD-9947-8815-43EBB10AF983}" type="presOf" srcId="{AB845567-792E-485D-A213-A7B2436B8A33}" destId="{15317C0C-F2C4-A047-B90C-C35D3F39E431}" srcOrd="0" destOrd="0" presId="urn:microsoft.com/office/officeart/2008/layout/LinedList"/>
    <dgm:cxn modelId="{C1AB5A1C-218E-ED4C-8D20-00161B55CDAD}" type="presOf" srcId="{25B733F7-452E-43C8-A04E-1D45BC845D3A}" destId="{65A7B06C-2E96-334C-B8AA-AA2AE8041E5C}" srcOrd="0" destOrd="0" presId="urn:microsoft.com/office/officeart/2008/layout/LinedList"/>
    <dgm:cxn modelId="{D4374322-90C2-0446-95C2-A2F332860C83}" type="presOf" srcId="{5C5BC2F2-627B-4C35-B896-65EBCA86362F}" destId="{9E4CE470-1E51-0E4B-8311-5D0110FA5B95}" srcOrd="0" destOrd="0" presId="urn:microsoft.com/office/officeart/2008/layout/LinedList"/>
    <dgm:cxn modelId="{09E77B24-7F0B-498F-A9D7-6A2E01E9D373}" srcId="{25B733F7-452E-43C8-A04E-1D45BC845D3A}" destId="{6DF984FD-9247-47C5-9EF8-B2D744B86925}" srcOrd="3" destOrd="0" parTransId="{C5664269-6200-44D3-B753-6ABB1C05092C}" sibTransId="{A8DA371B-8AC7-461A-8FC4-8652071E9D28}"/>
    <dgm:cxn modelId="{9E55B924-C303-8541-A457-45D7DFF8BAA1}" type="presOf" srcId="{B4A5FC1A-9763-49E9-BD78-3947B8B609E0}" destId="{591CFDE1-B9DA-C24B-8C6D-F0118B6D9B06}" srcOrd="0" destOrd="0" presId="urn:microsoft.com/office/officeart/2008/layout/LinedList"/>
    <dgm:cxn modelId="{C029CF36-3074-41EA-87D9-61E9836B3DDD}" srcId="{25B733F7-452E-43C8-A04E-1D45BC845D3A}" destId="{C7852FAB-D425-4E13-8FC9-AE5BAE46A085}" srcOrd="2" destOrd="0" parTransId="{7F287458-4D2A-4B1C-A18A-1A09B948C998}" sibTransId="{E1814283-7507-4E30-B204-9B5F8E4A4861}"/>
    <dgm:cxn modelId="{9C17A937-6882-4F48-8755-2108483147EE}" srcId="{B4A5FC1A-9763-49E9-BD78-3947B8B609E0}" destId="{25B733F7-452E-43C8-A04E-1D45BC845D3A}" srcOrd="0" destOrd="0" parTransId="{5B0866A8-2839-430B-B9AC-5949982C8E9D}" sibTransId="{47B63EE1-03B7-4D22-8F04-6428D3BF527A}"/>
    <dgm:cxn modelId="{A5CC2A61-3D84-194D-AC46-CAD74738A6C8}" type="presOf" srcId="{6DF984FD-9247-47C5-9EF8-B2D744B86925}" destId="{13C3F8C5-917C-3746-9429-382D37FCD2A2}" srcOrd="0" destOrd="0" presId="urn:microsoft.com/office/officeart/2008/layout/LinedList"/>
    <dgm:cxn modelId="{37FE8544-4A2C-2D4A-ACF6-184D01361A10}" type="presOf" srcId="{C22AC9BE-8443-44A0-9468-9D7F3AF8A454}" destId="{BE61947E-2083-DA46-8207-199E3E567835}" srcOrd="0" destOrd="0" presId="urn:microsoft.com/office/officeart/2008/layout/LinedList"/>
    <dgm:cxn modelId="{156C6545-9BE9-4710-A91D-7C99D96B1910}" srcId="{25B733F7-452E-43C8-A04E-1D45BC845D3A}" destId="{16E2DDDE-8F75-4056-804E-551F0947F346}" srcOrd="5" destOrd="0" parTransId="{E1B0CC42-B824-466B-9777-3676245E5025}" sibTransId="{6CA6585B-4243-475A-900F-4EA147580B37}"/>
    <dgm:cxn modelId="{BD0C944C-D326-488D-B169-90D3FD08339C}" srcId="{25B733F7-452E-43C8-A04E-1D45BC845D3A}" destId="{AB845567-792E-485D-A213-A7B2436B8A33}" srcOrd="0" destOrd="0" parTransId="{753E1E5C-C274-4E24-92CF-99897E931400}" sibTransId="{05324972-B740-41AF-9352-69A6A25AADD5}"/>
    <dgm:cxn modelId="{2A6D8E4E-E962-6B47-83AB-8AC1D4799DB7}" type="presOf" srcId="{8367064E-B03D-4D86-9CA5-F2B4DEC5A639}" destId="{A036479C-C6E2-4B4E-AFD2-84E950D186EA}" srcOrd="0" destOrd="0" presId="urn:microsoft.com/office/officeart/2008/layout/LinedList"/>
    <dgm:cxn modelId="{49E2C480-1FEA-6247-A433-07FB7D1AADC5}" type="presOf" srcId="{E434132B-E1D6-468E-9B3A-FE834C10FF3C}" destId="{8D5578E4-FA9E-9C4F-8E87-81B34C793F6D}" srcOrd="0" destOrd="0" presId="urn:microsoft.com/office/officeart/2008/layout/LinedList"/>
    <dgm:cxn modelId="{17F29587-BAD9-429E-8DED-CEAD431897AF}" srcId="{25B733F7-452E-43C8-A04E-1D45BC845D3A}" destId="{5C5BC2F2-627B-4C35-B896-65EBCA86362F}" srcOrd="4" destOrd="0" parTransId="{AFF44CFC-5589-47C8-849E-4E8EFB3ACFDE}" sibTransId="{98321247-B2AD-42A2-B68B-A6399A29AE6A}"/>
    <dgm:cxn modelId="{B3CC9FA5-3A95-42C2-8002-C7D237D9F941}" srcId="{25B733F7-452E-43C8-A04E-1D45BC845D3A}" destId="{C22AC9BE-8443-44A0-9468-9D7F3AF8A454}" srcOrd="1" destOrd="0" parTransId="{CD0ED13A-78E2-4098-A3EE-A5F697D5E52E}" sibTransId="{C1EEAF9D-FF28-4208-8D0C-86708CF5AED7}"/>
    <dgm:cxn modelId="{A958CAC6-30C8-40C2-BB8D-6B9BD05AB993}" srcId="{25B733F7-452E-43C8-A04E-1D45BC845D3A}" destId="{8367064E-B03D-4D86-9CA5-F2B4DEC5A639}" srcOrd="7" destOrd="0" parTransId="{A0383C9A-18D8-47AF-86A7-E8EEE169870B}" sibTransId="{DC0A9F44-BA25-46A2-A311-1CA972136257}"/>
    <dgm:cxn modelId="{5D0BB6DF-E279-400F-9493-304885017A74}" srcId="{25B733F7-452E-43C8-A04E-1D45BC845D3A}" destId="{E434132B-E1D6-468E-9B3A-FE834C10FF3C}" srcOrd="6" destOrd="0" parTransId="{D8D56A4C-2A13-457F-9582-5F228D4FA408}" sibTransId="{D9AC56C0-885F-4131-9A25-262B333C14EC}"/>
    <dgm:cxn modelId="{69D82CD1-B7C6-C646-8467-2834D4D0BCB3}" type="presParOf" srcId="{591CFDE1-B9DA-C24B-8C6D-F0118B6D9B06}" destId="{1881E04B-DFEE-D54A-8FA4-88481C0557C7}" srcOrd="0" destOrd="0" presId="urn:microsoft.com/office/officeart/2008/layout/LinedList"/>
    <dgm:cxn modelId="{71357455-F1B6-9446-81B7-0A4882E08A77}" type="presParOf" srcId="{591CFDE1-B9DA-C24B-8C6D-F0118B6D9B06}" destId="{1F71D849-FCB0-6F46-BACB-F3D685BC707E}" srcOrd="1" destOrd="0" presId="urn:microsoft.com/office/officeart/2008/layout/LinedList"/>
    <dgm:cxn modelId="{0EF81A5C-C467-734A-882C-170ED02C4DD1}" type="presParOf" srcId="{1F71D849-FCB0-6F46-BACB-F3D685BC707E}" destId="{65A7B06C-2E96-334C-B8AA-AA2AE8041E5C}" srcOrd="0" destOrd="0" presId="urn:microsoft.com/office/officeart/2008/layout/LinedList"/>
    <dgm:cxn modelId="{073D54C3-7A49-2741-8CE6-7FEAB790ABD2}" type="presParOf" srcId="{1F71D849-FCB0-6F46-BACB-F3D685BC707E}" destId="{A173C39A-74DB-1E41-AFA4-31C9F7593940}" srcOrd="1" destOrd="0" presId="urn:microsoft.com/office/officeart/2008/layout/LinedList"/>
    <dgm:cxn modelId="{D550C8EF-DD85-464E-A2F5-9C7627EC1353}" type="presParOf" srcId="{A173C39A-74DB-1E41-AFA4-31C9F7593940}" destId="{16D9A078-09B8-D849-8FC1-2957A8382784}" srcOrd="0" destOrd="0" presId="urn:microsoft.com/office/officeart/2008/layout/LinedList"/>
    <dgm:cxn modelId="{0B3E5066-FBFF-9241-BE36-D090A858E83A}" type="presParOf" srcId="{A173C39A-74DB-1E41-AFA4-31C9F7593940}" destId="{5D268FB7-F7CF-944C-9B14-26AB2D83961D}" srcOrd="1" destOrd="0" presId="urn:microsoft.com/office/officeart/2008/layout/LinedList"/>
    <dgm:cxn modelId="{73991143-88C2-E54C-BFD5-981D5748A2C7}" type="presParOf" srcId="{5D268FB7-F7CF-944C-9B14-26AB2D83961D}" destId="{60981975-9D42-3F4B-A132-E71714BD2DF5}" srcOrd="0" destOrd="0" presId="urn:microsoft.com/office/officeart/2008/layout/LinedList"/>
    <dgm:cxn modelId="{A793D483-BCFA-8D43-BCFB-39BAFB82F00E}" type="presParOf" srcId="{5D268FB7-F7CF-944C-9B14-26AB2D83961D}" destId="{15317C0C-F2C4-A047-B90C-C35D3F39E431}" srcOrd="1" destOrd="0" presId="urn:microsoft.com/office/officeart/2008/layout/LinedList"/>
    <dgm:cxn modelId="{91B2C570-C8D4-FB4D-90CD-F3D8C94BA5CB}" type="presParOf" srcId="{5D268FB7-F7CF-944C-9B14-26AB2D83961D}" destId="{953CFCA2-CFEE-DF44-986E-859057929B93}" srcOrd="2" destOrd="0" presId="urn:microsoft.com/office/officeart/2008/layout/LinedList"/>
    <dgm:cxn modelId="{420ACE02-FB9B-4E44-98BE-14E799213A43}" type="presParOf" srcId="{A173C39A-74DB-1E41-AFA4-31C9F7593940}" destId="{A5EA6497-F330-7D44-83ED-BC3D575C25D6}" srcOrd="2" destOrd="0" presId="urn:microsoft.com/office/officeart/2008/layout/LinedList"/>
    <dgm:cxn modelId="{76CDD899-C5BC-4C4B-AEAF-CA12745A13EC}" type="presParOf" srcId="{A173C39A-74DB-1E41-AFA4-31C9F7593940}" destId="{863CD752-8335-E74F-B7DB-6B1B3664B092}" srcOrd="3" destOrd="0" presId="urn:microsoft.com/office/officeart/2008/layout/LinedList"/>
    <dgm:cxn modelId="{70C3B754-E3B8-D14B-876F-8409D2C74828}" type="presParOf" srcId="{A173C39A-74DB-1E41-AFA4-31C9F7593940}" destId="{4140AA12-C9A8-D748-8119-55F3ECCD349D}" srcOrd="4" destOrd="0" presId="urn:microsoft.com/office/officeart/2008/layout/LinedList"/>
    <dgm:cxn modelId="{C6FEDB00-2520-0242-A18F-CFBA777C0ED6}" type="presParOf" srcId="{4140AA12-C9A8-D748-8119-55F3ECCD349D}" destId="{B5DAA6CE-B6FF-8647-AD5A-80D5B6A561A6}" srcOrd="0" destOrd="0" presId="urn:microsoft.com/office/officeart/2008/layout/LinedList"/>
    <dgm:cxn modelId="{C26E148D-C523-5441-99C1-B7BBDDE8D9AD}" type="presParOf" srcId="{4140AA12-C9A8-D748-8119-55F3ECCD349D}" destId="{BE61947E-2083-DA46-8207-199E3E567835}" srcOrd="1" destOrd="0" presId="urn:microsoft.com/office/officeart/2008/layout/LinedList"/>
    <dgm:cxn modelId="{ADB12188-9318-014D-A61B-14BF6D412F97}" type="presParOf" srcId="{4140AA12-C9A8-D748-8119-55F3ECCD349D}" destId="{49AA4815-9F72-5F4B-A7A6-7664353C7789}" srcOrd="2" destOrd="0" presId="urn:microsoft.com/office/officeart/2008/layout/LinedList"/>
    <dgm:cxn modelId="{4FFC5A9A-C052-1F4A-892F-AC73F1E05FC6}" type="presParOf" srcId="{A173C39A-74DB-1E41-AFA4-31C9F7593940}" destId="{C1A9CF65-B5F6-1E47-8B77-6B10594FF9E7}" srcOrd="5" destOrd="0" presId="urn:microsoft.com/office/officeart/2008/layout/LinedList"/>
    <dgm:cxn modelId="{2D3304F9-2301-4D4D-97AF-E8CD6810EC73}" type="presParOf" srcId="{A173C39A-74DB-1E41-AFA4-31C9F7593940}" destId="{8E9B6409-A526-F643-BBD5-BBE793A29653}" srcOrd="6" destOrd="0" presId="urn:microsoft.com/office/officeart/2008/layout/LinedList"/>
    <dgm:cxn modelId="{D07627B2-3F58-7148-8599-73527011E8ED}" type="presParOf" srcId="{A173C39A-74DB-1E41-AFA4-31C9F7593940}" destId="{7986614B-3B19-4944-8EEF-7B5D3078E634}" srcOrd="7" destOrd="0" presId="urn:microsoft.com/office/officeart/2008/layout/LinedList"/>
    <dgm:cxn modelId="{6172406F-39D4-9644-AC92-0B669D841B9B}" type="presParOf" srcId="{7986614B-3B19-4944-8EEF-7B5D3078E634}" destId="{D87E4A24-6410-904B-8C61-8E1199B4984D}" srcOrd="0" destOrd="0" presId="urn:microsoft.com/office/officeart/2008/layout/LinedList"/>
    <dgm:cxn modelId="{E82821FF-946E-A04A-BA2D-91875F1C8889}" type="presParOf" srcId="{7986614B-3B19-4944-8EEF-7B5D3078E634}" destId="{05FCF8D1-3938-F444-A11E-48F3BD5B8D26}" srcOrd="1" destOrd="0" presId="urn:microsoft.com/office/officeart/2008/layout/LinedList"/>
    <dgm:cxn modelId="{79D966E9-17DE-774E-92F9-D1ECE5C0FC25}" type="presParOf" srcId="{7986614B-3B19-4944-8EEF-7B5D3078E634}" destId="{0BC2D0A5-0EE8-F140-8A9D-5DF9A818CEE9}" srcOrd="2" destOrd="0" presId="urn:microsoft.com/office/officeart/2008/layout/LinedList"/>
    <dgm:cxn modelId="{EC48ADD8-1A02-E44C-970E-FA1634F546DB}" type="presParOf" srcId="{A173C39A-74DB-1E41-AFA4-31C9F7593940}" destId="{FE995D4F-988C-884D-807A-CABCE4942A9C}" srcOrd="8" destOrd="0" presId="urn:microsoft.com/office/officeart/2008/layout/LinedList"/>
    <dgm:cxn modelId="{0E71B3D7-C837-AB4D-8BB2-332711A550E6}" type="presParOf" srcId="{A173C39A-74DB-1E41-AFA4-31C9F7593940}" destId="{C7E4B7A7-F74E-E345-8175-B324B04506FE}" srcOrd="9" destOrd="0" presId="urn:microsoft.com/office/officeart/2008/layout/LinedList"/>
    <dgm:cxn modelId="{C80BE7C1-CE5E-1F40-B338-43E82622F266}" type="presParOf" srcId="{A173C39A-74DB-1E41-AFA4-31C9F7593940}" destId="{297187C7-4826-EE46-ACCB-7844115AAFB4}" srcOrd="10" destOrd="0" presId="urn:microsoft.com/office/officeart/2008/layout/LinedList"/>
    <dgm:cxn modelId="{127D93A2-7F23-B944-BE38-0F37631ED435}" type="presParOf" srcId="{297187C7-4826-EE46-ACCB-7844115AAFB4}" destId="{B7B2D85C-7ECA-4747-A618-D8D64AF85148}" srcOrd="0" destOrd="0" presId="urn:microsoft.com/office/officeart/2008/layout/LinedList"/>
    <dgm:cxn modelId="{15460089-4B30-1E45-9CE7-A69B121B9DD9}" type="presParOf" srcId="{297187C7-4826-EE46-ACCB-7844115AAFB4}" destId="{13C3F8C5-917C-3746-9429-382D37FCD2A2}" srcOrd="1" destOrd="0" presId="urn:microsoft.com/office/officeart/2008/layout/LinedList"/>
    <dgm:cxn modelId="{8BEC1372-5BAC-BE4B-8CB6-9376306FD167}" type="presParOf" srcId="{297187C7-4826-EE46-ACCB-7844115AAFB4}" destId="{F91E0C51-092F-1F45-952C-3CC6F8F9CD79}" srcOrd="2" destOrd="0" presId="urn:microsoft.com/office/officeart/2008/layout/LinedList"/>
    <dgm:cxn modelId="{DF4F1005-DED7-4443-A2E5-3D1F9E5CDD1E}" type="presParOf" srcId="{A173C39A-74DB-1E41-AFA4-31C9F7593940}" destId="{6B16DBFA-8E3B-834F-B883-E2A59ABBB7C9}" srcOrd="11" destOrd="0" presId="urn:microsoft.com/office/officeart/2008/layout/LinedList"/>
    <dgm:cxn modelId="{4B185622-8FC5-024C-99FE-BCC8A344571E}" type="presParOf" srcId="{A173C39A-74DB-1E41-AFA4-31C9F7593940}" destId="{EA5327F0-DF20-164C-8538-B152069F98D7}" srcOrd="12" destOrd="0" presId="urn:microsoft.com/office/officeart/2008/layout/LinedList"/>
    <dgm:cxn modelId="{5F5CF94D-78B0-2846-850F-2AF8CA93A78B}" type="presParOf" srcId="{A173C39A-74DB-1E41-AFA4-31C9F7593940}" destId="{10F71724-8A2E-9F4C-BABB-F2A5FB6988DF}" srcOrd="13" destOrd="0" presId="urn:microsoft.com/office/officeart/2008/layout/LinedList"/>
    <dgm:cxn modelId="{D8626E08-C9E8-D54F-8E0A-ECC6A53C7F9F}" type="presParOf" srcId="{10F71724-8A2E-9F4C-BABB-F2A5FB6988DF}" destId="{16EACAA7-BD9E-9E42-A769-73F6F196342C}" srcOrd="0" destOrd="0" presId="urn:microsoft.com/office/officeart/2008/layout/LinedList"/>
    <dgm:cxn modelId="{52F3A3CB-9505-9A47-AA77-E1FB33F1CFB5}" type="presParOf" srcId="{10F71724-8A2E-9F4C-BABB-F2A5FB6988DF}" destId="{9E4CE470-1E51-0E4B-8311-5D0110FA5B95}" srcOrd="1" destOrd="0" presId="urn:microsoft.com/office/officeart/2008/layout/LinedList"/>
    <dgm:cxn modelId="{0B411409-B2FC-954F-BADF-224EAD9CA39B}" type="presParOf" srcId="{10F71724-8A2E-9F4C-BABB-F2A5FB6988DF}" destId="{62541481-69B8-8444-AE0D-8D3E78737249}" srcOrd="2" destOrd="0" presId="urn:microsoft.com/office/officeart/2008/layout/LinedList"/>
    <dgm:cxn modelId="{967719BE-297E-6F45-8E4E-4035E1D36FD3}" type="presParOf" srcId="{A173C39A-74DB-1E41-AFA4-31C9F7593940}" destId="{2C86C103-0538-7146-AC6B-78D2D6AD165E}" srcOrd="14" destOrd="0" presId="urn:microsoft.com/office/officeart/2008/layout/LinedList"/>
    <dgm:cxn modelId="{C1CCADC5-AB36-BD48-AA6F-5E3D18E00372}" type="presParOf" srcId="{A173C39A-74DB-1E41-AFA4-31C9F7593940}" destId="{81F67124-EE2A-0F4A-9BA9-24A6C7C90715}" srcOrd="15" destOrd="0" presId="urn:microsoft.com/office/officeart/2008/layout/LinedList"/>
    <dgm:cxn modelId="{A40AB15C-01FC-524E-827B-7382F371DBDD}" type="presParOf" srcId="{A173C39A-74DB-1E41-AFA4-31C9F7593940}" destId="{BF388882-2620-C647-BBA9-852C098FEC75}" srcOrd="16" destOrd="0" presId="urn:microsoft.com/office/officeart/2008/layout/LinedList"/>
    <dgm:cxn modelId="{3E1D6501-99D0-5C4A-8BEC-C23786C4C6D3}" type="presParOf" srcId="{BF388882-2620-C647-BBA9-852C098FEC75}" destId="{C872A7E1-F055-6B41-BBA4-9325C1881325}" srcOrd="0" destOrd="0" presId="urn:microsoft.com/office/officeart/2008/layout/LinedList"/>
    <dgm:cxn modelId="{D59D5021-A88D-0B49-AB55-3C60CAE417F2}" type="presParOf" srcId="{BF388882-2620-C647-BBA9-852C098FEC75}" destId="{689EBFAE-F9F4-0D48-8A52-7923B2A38367}" srcOrd="1" destOrd="0" presId="urn:microsoft.com/office/officeart/2008/layout/LinedList"/>
    <dgm:cxn modelId="{A82FC1C6-BABD-C141-BD6C-81D07F9C00D4}" type="presParOf" srcId="{BF388882-2620-C647-BBA9-852C098FEC75}" destId="{5EFA8CC1-C9E3-B845-8ACD-6E67C4F13B59}" srcOrd="2" destOrd="0" presId="urn:microsoft.com/office/officeart/2008/layout/LinedList"/>
    <dgm:cxn modelId="{19156F1C-CD18-4C47-9464-971EE63F0614}" type="presParOf" srcId="{A173C39A-74DB-1E41-AFA4-31C9F7593940}" destId="{59E031EA-DA43-0A41-8BC6-FB25DA003623}" srcOrd="17" destOrd="0" presId="urn:microsoft.com/office/officeart/2008/layout/LinedList"/>
    <dgm:cxn modelId="{5C66067F-F37F-E848-91CF-4A31F1A400D3}" type="presParOf" srcId="{A173C39A-74DB-1E41-AFA4-31C9F7593940}" destId="{2B7CD3B9-E7B6-D64B-9C05-61AAF923A708}" srcOrd="18" destOrd="0" presId="urn:microsoft.com/office/officeart/2008/layout/LinedList"/>
    <dgm:cxn modelId="{7A7E28EF-6D87-CF46-B8B7-782583A0FA32}" type="presParOf" srcId="{A173C39A-74DB-1E41-AFA4-31C9F7593940}" destId="{A1DF261D-D151-BE49-AA0E-EE8EB5E53C86}" srcOrd="19" destOrd="0" presId="urn:microsoft.com/office/officeart/2008/layout/LinedList"/>
    <dgm:cxn modelId="{074EED6B-1422-ED4B-BFC2-2AE32A71AFEE}" type="presParOf" srcId="{A1DF261D-D151-BE49-AA0E-EE8EB5E53C86}" destId="{CCAC960D-9549-D844-B30E-AFCBC0830876}" srcOrd="0" destOrd="0" presId="urn:microsoft.com/office/officeart/2008/layout/LinedList"/>
    <dgm:cxn modelId="{87160AB8-4668-5442-ABB2-8AED943147DF}" type="presParOf" srcId="{A1DF261D-D151-BE49-AA0E-EE8EB5E53C86}" destId="{8D5578E4-FA9E-9C4F-8E87-81B34C793F6D}" srcOrd="1" destOrd="0" presId="urn:microsoft.com/office/officeart/2008/layout/LinedList"/>
    <dgm:cxn modelId="{B20FDC10-5B17-9A47-9799-C67F6CA679E2}" type="presParOf" srcId="{A1DF261D-D151-BE49-AA0E-EE8EB5E53C86}" destId="{32F16354-229C-5B4E-A8E6-467424AF6886}" srcOrd="2" destOrd="0" presId="urn:microsoft.com/office/officeart/2008/layout/LinedList"/>
    <dgm:cxn modelId="{CA74B819-8904-F04A-B8D8-74CB700EE4F6}" type="presParOf" srcId="{A173C39A-74DB-1E41-AFA4-31C9F7593940}" destId="{D98EC50A-33DB-6142-AFAE-243BFFF18A02}" srcOrd="20" destOrd="0" presId="urn:microsoft.com/office/officeart/2008/layout/LinedList"/>
    <dgm:cxn modelId="{651A3B6A-28EF-FC4F-9598-49D8EDE78A14}" type="presParOf" srcId="{A173C39A-74DB-1E41-AFA4-31C9F7593940}" destId="{81F68A07-414E-9F41-B8E8-D18CB78FFE5A}" srcOrd="21" destOrd="0" presId="urn:microsoft.com/office/officeart/2008/layout/LinedList"/>
    <dgm:cxn modelId="{B6975690-5FFB-DC46-B0DC-F9888D0058A9}" type="presParOf" srcId="{A173C39A-74DB-1E41-AFA4-31C9F7593940}" destId="{AB087913-15B4-CC41-B0C2-A5438283A887}" srcOrd="22" destOrd="0" presId="urn:microsoft.com/office/officeart/2008/layout/LinedList"/>
    <dgm:cxn modelId="{CD2907E4-E83B-004C-8DEE-7E510293B431}" type="presParOf" srcId="{AB087913-15B4-CC41-B0C2-A5438283A887}" destId="{E6456F97-83E3-9349-94A5-081924A19DA1}" srcOrd="0" destOrd="0" presId="urn:microsoft.com/office/officeart/2008/layout/LinedList"/>
    <dgm:cxn modelId="{DB3D4232-293F-8243-A9FD-5D90A9B30B14}" type="presParOf" srcId="{AB087913-15B4-CC41-B0C2-A5438283A887}" destId="{A036479C-C6E2-4B4E-AFD2-84E950D186EA}" srcOrd="1" destOrd="0" presId="urn:microsoft.com/office/officeart/2008/layout/LinedList"/>
    <dgm:cxn modelId="{09932232-DD0C-D04B-BEEE-DC53D31C108E}" type="presParOf" srcId="{AB087913-15B4-CC41-B0C2-A5438283A887}" destId="{63843DEC-56C0-484C-89AC-DDEA24E02432}" srcOrd="2" destOrd="0" presId="urn:microsoft.com/office/officeart/2008/layout/LinedList"/>
    <dgm:cxn modelId="{238D2C4E-D3C9-424F-A5CB-3A7774C68E51}" type="presParOf" srcId="{A173C39A-74DB-1E41-AFA4-31C9F7593940}" destId="{784D9A49-B07D-9F44-BC01-49105D78C581}" srcOrd="23" destOrd="0" presId="urn:microsoft.com/office/officeart/2008/layout/LinedList"/>
    <dgm:cxn modelId="{4AD3A29A-1EE2-3447-A636-AB261998FD37}" type="presParOf" srcId="{A173C39A-74DB-1E41-AFA4-31C9F7593940}" destId="{E3895EE0-B986-634C-AEA5-D99E8208C005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B3DF30-0EED-4129-9B83-660464DAC9D3}" type="doc">
      <dgm:prSet loTypeId="urn:microsoft.com/office/officeart/2017/3/layout/HorizontalLabelsTimeline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D94AAC8-8D4D-4F2B-A9FD-54022A2E64C9}">
      <dgm:prSet/>
      <dgm:spPr/>
      <dgm:t>
        <a:bodyPr/>
        <a:lstStyle/>
        <a:p>
          <a:pPr>
            <a:defRPr b="1"/>
          </a:pPr>
          <a:r>
            <a:rPr lang="en-US"/>
            <a:t>2019–2020</a:t>
          </a:r>
        </a:p>
      </dgm:t>
    </dgm:pt>
    <dgm:pt modelId="{5D2A1C6C-5A39-460D-BE6E-1F74E0776643}" type="parTrans" cxnId="{1A376EEB-0DB1-422F-B014-0540D8E4E71B}">
      <dgm:prSet/>
      <dgm:spPr/>
      <dgm:t>
        <a:bodyPr/>
        <a:lstStyle/>
        <a:p>
          <a:endParaRPr lang="en-US"/>
        </a:p>
      </dgm:t>
    </dgm:pt>
    <dgm:pt modelId="{B56EE6A0-2812-4335-8688-A709A18109B0}" type="sibTrans" cxnId="{1A376EEB-0DB1-422F-B014-0540D8E4E71B}">
      <dgm:prSet/>
      <dgm:spPr/>
      <dgm:t>
        <a:bodyPr/>
        <a:lstStyle/>
        <a:p>
          <a:endParaRPr lang="en-US"/>
        </a:p>
      </dgm:t>
    </dgm:pt>
    <dgm:pt modelId="{58879B93-D355-48C7-B2AC-564788B2B23B}">
      <dgm:prSet/>
      <dgm:spPr/>
      <dgm:t>
        <a:bodyPr/>
        <a:lstStyle/>
        <a:p>
          <a:r>
            <a:rPr lang="en-US"/>
            <a:t>News Volume</a:t>
          </a:r>
        </a:p>
      </dgm:t>
    </dgm:pt>
    <dgm:pt modelId="{7CDF8E5C-F6C5-4EEB-A583-F57436E421A4}" type="parTrans" cxnId="{BB64DC9D-AA0A-4D22-88A3-DE7D3961CC3C}">
      <dgm:prSet/>
      <dgm:spPr/>
      <dgm:t>
        <a:bodyPr/>
        <a:lstStyle/>
        <a:p>
          <a:endParaRPr lang="en-US"/>
        </a:p>
      </dgm:t>
    </dgm:pt>
    <dgm:pt modelId="{7344626F-B6E3-47A5-A212-620D509DDC82}" type="sibTrans" cxnId="{BB64DC9D-AA0A-4D22-88A3-DE7D3961CC3C}">
      <dgm:prSet/>
      <dgm:spPr/>
      <dgm:t>
        <a:bodyPr/>
        <a:lstStyle/>
        <a:p>
          <a:endParaRPr lang="en-US"/>
        </a:p>
      </dgm:t>
    </dgm:pt>
    <dgm:pt modelId="{634CF007-7BE5-42FC-B4E1-660720983AC2}">
      <dgm:prSet/>
      <dgm:spPr/>
      <dgm:t>
        <a:bodyPr/>
        <a:lstStyle/>
        <a:p>
          <a:r>
            <a:rPr lang="en-US"/>
            <a:t>Stable</a:t>
          </a:r>
        </a:p>
      </dgm:t>
    </dgm:pt>
    <dgm:pt modelId="{11A8CDB6-FADB-4498-8A6B-CF7E03F7C64C}" type="parTrans" cxnId="{4766D6CB-B4D2-42CE-BCDF-1BAA0491155C}">
      <dgm:prSet/>
      <dgm:spPr/>
      <dgm:t>
        <a:bodyPr/>
        <a:lstStyle/>
        <a:p>
          <a:endParaRPr lang="en-US"/>
        </a:p>
      </dgm:t>
    </dgm:pt>
    <dgm:pt modelId="{479B7003-6D13-4467-98B3-E580674DF871}" type="sibTrans" cxnId="{4766D6CB-B4D2-42CE-BCDF-1BAA0491155C}">
      <dgm:prSet/>
      <dgm:spPr/>
      <dgm:t>
        <a:bodyPr/>
        <a:lstStyle/>
        <a:p>
          <a:endParaRPr lang="en-US"/>
        </a:p>
      </dgm:t>
    </dgm:pt>
    <dgm:pt modelId="{1537377B-C9E3-4BEF-ACFA-7D433343A809}">
      <dgm:prSet/>
      <dgm:spPr/>
      <dgm:t>
        <a:bodyPr/>
        <a:lstStyle/>
        <a:p>
          <a:r>
            <a:rPr lang="en-US"/>
            <a:t>Narrow range</a:t>
          </a:r>
        </a:p>
      </dgm:t>
    </dgm:pt>
    <dgm:pt modelId="{A62A54C6-F59A-4ECF-9D00-4AAE4F0B0BF3}" type="parTrans" cxnId="{42E50803-C2F6-4FDF-9C9F-C4232B9A8559}">
      <dgm:prSet/>
      <dgm:spPr/>
      <dgm:t>
        <a:bodyPr/>
        <a:lstStyle/>
        <a:p>
          <a:endParaRPr lang="en-US"/>
        </a:p>
      </dgm:t>
    </dgm:pt>
    <dgm:pt modelId="{ECDE363D-A0A4-480D-B370-83FDE64DEE98}" type="sibTrans" cxnId="{42E50803-C2F6-4FDF-9C9F-C4232B9A8559}">
      <dgm:prSet/>
      <dgm:spPr/>
      <dgm:t>
        <a:bodyPr/>
        <a:lstStyle/>
        <a:p>
          <a:endParaRPr lang="en-US"/>
        </a:p>
      </dgm:t>
    </dgm:pt>
    <dgm:pt modelId="{D5BD7BCA-4256-4500-8753-7C4127330023}">
      <dgm:prSet/>
      <dgm:spPr/>
      <dgm:t>
        <a:bodyPr/>
        <a:lstStyle/>
        <a:p>
          <a:pPr>
            <a:defRPr b="1"/>
          </a:pPr>
          <a:r>
            <a:rPr lang="en-US"/>
            <a:t>2021–2022</a:t>
          </a:r>
        </a:p>
      </dgm:t>
    </dgm:pt>
    <dgm:pt modelId="{5DA136F0-6DC0-4125-8A0B-5A4E7CE438FC}" type="parTrans" cxnId="{F1DE7876-E1F8-4451-88A8-D34AE7188E56}">
      <dgm:prSet/>
      <dgm:spPr/>
      <dgm:t>
        <a:bodyPr/>
        <a:lstStyle/>
        <a:p>
          <a:endParaRPr lang="en-US"/>
        </a:p>
      </dgm:t>
    </dgm:pt>
    <dgm:pt modelId="{82130A45-CFC7-4C1E-B5CF-ED105F2AF6FB}" type="sibTrans" cxnId="{F1DE7876-E1F8-4451-88A8-D34AE7188E56}">
      <dgm:prSet/>
      <dgm:spPr/>
      <dgm:t>
        <a:bodyPr/>
        <a:lstStyle/>
        <a:p>
          <a:endParaRPr lang="en-US"/>
        </a:p>
      </dgm:t>
    </dgm:pt>
    <dgm:pt modelId="{9DA03626-AD04-4A10-919B-62B6AA1CE6B3}">
      <dgm:prSet/>
      <dgm:spPr/>
      <dgm:t>
        <a:bodyPr/>
        <a:lstStyle/>
        <a:p>
          <a:r>
            <a:rPr lang="en-US"/>
            <a:t>Tweet Volume</a:t>
          </a:r>
        </a:p>
      </dgm:t>
    </dgm:pt>
    <dgm:pt modelId="{DEA7550B-7F22-44F8-A53B-1E46A600CEC0}" type="parTrans" cxnId="{3261B8D2-C57D-43BE-9291-D890449A6C10}">
      <dgm:prSet/>
      <dgm:spPr/>
      <dgm:t>
        <a:bodyPr/>
        <a:lstStyle/>
        <a:p>
          <a:endParaRPr lang="en-US"/>
        </a:p>
      </dgm:t>
    </dgm:pt>
    <dgm:pt modelId="{63A5BEA0-D066-401E-A099-A3C9B17B91F6}" type="sibTrans" cxnId="{3261B8D2-C57D-43BE-9291-D890449A6C10}">
      <dgm:prSet/>
      <dgm:spPr/>
      <dgm:t>
        <a:bodyPr/>
        <a:lstStyle/>
        <a:p>
          <a:endParaRPr lang="en-US"/>
        </a:p>
      </dgm:t>
    </dgm:pt>
    <dgm:pt modelId="{D0BD2A67-5700-42A4-BBB4-60FF75F668CF}">
      <dgm:prSet/>
      <dgm:spPr/>
      <dgm:t>
        <a:bodyPr/>
        <a:lstStyle/>
        <a:p>
          <a:r>
            <a:rPr lang="en-US"/>
            <a:t>Large spikes</a:t>
          </a:r>
        </a:p>
      </dgm:t>
    </dgm:pt>
    <dgm:pt modelId="{6E846805-61DD-487D-BC95-3858AB687CC6}" type="parTrans" cxnId="{2761A71A-CBD3-418A-8625-396AE2BFA4F6}">
      <dgm:prSet/>
      <dgm:spPr/>
      <dgm:t>
        <a:bodyPr/>
        <a:lstStyle/>
        <a:p>
          <a:endParaRPr lang="en-US"/>
        </a:p>
      </dgm:t>
    </dgm:pt>
    <dgm:pt modelId="{0706563C-67E6-480E-8C0B-341B6EED594F}" type="sibTrans" cxnId="{2761A71A-CBD3-418A-8625-396AE2BFA4F6}">
      <dgm:prSet/>
      <dgm:spPr/>
      <dgm:t>
        <a:bodyPr/>
        <a:lstStyle/>
        <a:p>
          <a:endParaRPr lang="en-US"/>
        </a:p>
      </dgm:t>
    </dgm:pt>
    <dgm:pt modelId="{C2474A20-91CA-465E-A428-61CABB77C1C8}">
      <dgm:prSet/>
      <dgm:spPr/>
      <dgm:t>
        <a:bodyPr/>
        <a:lstStyle/>
        <a:p>
          <a:r>
            <a:rPr lang="en-US"/>
            <a:t>Event-driven surges</a:t>
          </a:r>
        </a:p>
      </dgm:t>
    </dgm:pt>
    <dgm:pt modelId="{4F4AED08-BEA9-4CB0-8730-8D85E6904D99}" type="parTrans" cxnId="{BCC3EA9E-D618-48E5-BB14-962FC08370CE}">
      <dgm:prSet/>
      <dgm:spPr/>
      <dgm:t>
        <a:bodyPr/>
        <a:lstStyle/>
        <a:p>
          <a:endParaRPr lang="en-US"/>
        </a:p>
      </dgm:t>
    </dgm:pt>
    <dgm:pt modelId="{CDE1A2B8-904F-47CB-849B-D1D6EC9078A2}" type="sibTrans" cxnId="{BCC3EA9E-D618-48E5-BB14-962FC08370CE}">
      <dgm:prSet/>
      <dgm:spPr/>
      <dgm:t>
        <a:bodyPr/>
        <a:lstStyle/>
        <a:p>
          <a:endParaRPr lang="en-US"/>
        </a:p>
      </dgm:t>
    </dgm:pt>
    <dgm:pt modelId="{81281FB6-34AA-CE4C-A56E-66BF3221EE99}" type="pres">
      <dgm:prSet presAssocID="{6FB3DF30-0EED-4129-9B83-660464DAC9D3}" presName="root" presStyleCnt="0">
        <dgm:presLayoutVars>
          <dgm:chMax/>
          <dgm:chPref/>
          <dgm:animLvl val="lvl"/>
        </dgm:presLayoutVars>
      </dgm:prSet>
      <dgm:spPr/>
    </dgm:pt>
    <dgm:pt modelId="{0F373B7F-21DE-3949-9AF0-ADA15612707E}" type="pres">
      <dgm:prSet presAssocID="{6FB3DF30-0EED-4129-9B83-660464DAC9D3}" presName="divider" presStyleLbl="fgAcc1" presStyleIdx="0" presStyleCnt="1"/>
      <dgm:spPr/>
    </dgm:pt>
    <dgm:pt modelId="{BE10C619-0BD7-1B4F-BB58-1B276F2C2181}" type="pres">
      <dgm:prSet presAssocID="{6FB3DF30-0EED-4129-9B83-660464DAC9D3}" presName="nodes" presStyleCnt="0">
        <dgm:presLayoutVars>
          <dgm:chMax/>
          <dgm:chPref/>
          <dgm:animLvl val="lvl"/>
        </dgm:presLayoutVars>
      </dgm:prSet>
      <dgm:spPr/>
    </dgm:pt>
    <dgm:pt modelId="{501F612C-08E7-1140-B41D-D526FDE52C61}" type="pres">
      <dgm:prSet presAssocID="{CD94AAC8-8D4D-4F2B-A9FD-54022A2E64C9}" presName="composite" presStyleCnt="0"/>
      <dgm:spPr/>
    </dgm:pt>
    <dgm:pt modelId="{2FC05ED2-AB7D-924F-8306-73E48AFCE302}" type="pres">
      <dgm:prSet presAssocID="{CD94AAC8-8D4D-4F2B-A9FD-54022A2E64C9}" presName="L1TextContainer" presStyleLbl="alignNode1" presStyleIdx="0" presStyleCnt="2">
        <dgm:presLayoutVars>
          <dgm:chMax val="1"/>
          <dgm:chPref val="1"/>
          <dgm:bulletEnabled val="1"/>
        </dgm:presLayoutVars>
      </dgm:prSet>
      <dgm:spPr/>
    </dgm:pt>
    <dgm:pt modelId="{25EAF4EA-7CE0-1845-BA83-1777D00E55B6}" type="pres">
      <dgm:prSet presAssocID="{CD94AAC8-8D4D-4F2B-A9FD-54022A2E64C9}" presName="L2TextContainerWrapper" presStyleCnt="0">
        <dgm:presLayoutVars>
          <dgm:bulletEnabled val="1"/>
        </dgm:presLayoutVars>
      </dgm:prSet>
      <dgm:spPr/>
    </dgm:pt>
    <dgm:pt modelId="{71643EEA-00BA-AB4E-BBF3-A9313E51ADFC}" type="pres">
      <dgm:prSet presAssocID="{CD94AAC8-8D4D-4F2B-A9FD-54022A2E64C9}" presName="L2TextContainer" presStyleLbl="bgAccFollowNode1" presStyleIdx="0" presStyleCnt="2"/>
      <dgm:spPr/>
    </dgm:pt>
    <dgm:pt modelId="{B2DE0BD6-4360-5B4C-BA82-47F29C7BC7FE}" type="pres">
      <dgm:prSet presAssocID="{CD94AAC8-8D4D-4F2B-A9FD-54022A2E64C9}" presName="FlexibleEmptyPlaceHolder" presStyleCnt="0"/>
      <dgm:spPr/>
    </dgm:pt>
    <dgm:pt modelId="{E8CD3BAD-10B5-A448-86BA-E5472F3D8AE3}" type="pres">
      <dgm:prSet presAssocID="{CD94AAC8-8D4D-4F2B-A9FD-54022A2E64C9}" presName="ConnectLine" presStyleLbl="sibTrans1D1" presStyleIdx="0" presStyleCnt="2"/>
      <dgm:spPr/>
    </dgm:pt>
    <dgm:pt modelId="{E91225A3-1C56-4442-8A16-B60DA938413E}" type="pres">
      <dgm:prSet presAssocID="{CD94AAC8-8D4D-4F2B-A9FD-54022A2E64C9}" presName="ConnectorPoint" presStyleLbl="node1" presStyleIdx="0" presStyleCnt="2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A4F98F1-0606-0849-8B92-98189E9B9AD1}" type="pres">
      <dgm:prSet presAssocID="{CD94AAC8-8D4D-4F2B-A9FD-54022A2E64C9}" presName="EmptyPlaceHolder" presStyleCnt="0"/>
      <dgm:spPr/>
    </dgm:pt>
    <dgm:pt modelId="{FA9A71CA-1B4E-DA44-BDFD-FC7E2AA18115}" type="pres">
      <dgm:prSet presAssocID="{B56EE6A0-2812-4335-8688-A709A18109B0}" presName="spaceBetweenRectangles" presStyleCnt="0"/>
      <dgm:spPr/>
    </dgm:pt>
    <dgm:pt modelId="{68325CC7-F9F7-5F4B-A27A-BEF55C158F9D}" type="pres">
      <dgm:prSet presAssocID="{D5BD7BCA-4256-4500-8753-7C4127330023}" presName="composite" presStyleCnt="0"/>
      <dgm:spPr/>
    </dgm:pt>
    <dgm:pt modelId="{F4861877-88EE-8248-8021-E66FB954D322}" type="pres">
      <dgm:prSet presAssocID="{D5BD7BCA-4256-4500-8753-7C4127330023}" presName="L1TextContainer" presStyleLbl="alignNode1" presStyleIdx="1" presStyleCnt="2">
        <dgm:presLayoutVars>
          <dgm:chMax val="1"/>
          <dgm:chPref val="1"/>
          <dgm:bulletEnabled val="1"/>
        </dgm:presLayoutVars>
      </dgm:prSet>
      <dgm:spPr/>
    </dgm:pt>
    <dgm:pt modelId="{306CD93B-03AD-2B42-A7BB-4DB2DA4F0F55}" type="pres">
      <dgm:prSet presAssocID="{D5BD7BCA-4256-4500-8753-7C4127330023}" presName="L2TextContainerWrapper" presStyleCnt="0">
        <dgm:presLayoutVars>
          <dgm:bulletEnabled val="1"/>
        </dgm:presLayoutVars>
      </dgm:prSet>
      <dgm:spPr/>
    </dgm:pt>
    <dgm:pt modelId="{AD727F51-6137-244E-827F-2A8B5BE400D0}" type="pres">
      <dgm:prSet presAssocID="{D5BD7BCA-4256-4500-8753-7C4127330023}" presName="L2TextContainer" presStyleLbl="bgAccFollowNode1" presStyleIdx="1" presStyleCnt="2"/>
      <dgm:spPr/>
    </dgm:pt>
    <dgm:pt modelId="{204CC4F1-B75E-6D41-B90A-714ED6DEC689}" type="pres">
      <dgm:prSet presAssocID="{D5BD7BCA-4256-4500-8753-7C4127330023}" presName="FlexibleEmptyPlaceHolder" presStyleCnt="0"/>
      <dgm:spPr/>
    </dgm:pt>
    <dgm:pt modelId="{558586B1-8C88-5D46-BC67-4E1D23A07051}" type="pres">
      <dgm:prSet presAssocID="{D5BD7BCA-4256-4500-8753-7C4127330023}" presName="ConnectLine" presStyleLbl="sibTrans1D1" presStyleIdx="1" presStyleCnt="2"/>
      <dgm:spPr/>
    </dgm:pt>
    <dgm:pt modelId="{7EDA33CD-550E-C748-963E-F7B180CE62AA}" type="pres">
      <dgm:prSet presAssocID="{D5BD7BCA-4256-4500-8753-7C4127330023}" presName="ConnectorPoint" presStyleLbl="node1" presStyleIdx="1" presStyleCnt="2"/>
      <dgm:spPr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E011390-21A2-0640-AA9F-7213FD95AE1B}" type="pres">
      <dgm:prSet presAssocID="{D5BD7BCA-4256-4500-8753-7C4127330023}" presName="EmptyPlaceHolder" presStyleCnt="0"/>
      <dgm:spPr/>
    </dgm:pt>
  </dgm:ptLst>
  <dgm:cxnLst>
    <dgm:cxn modelId="{42E50803-C2F6-4FDF-9C9F-C4232B9A8559}" srcId="{58879B93-D355-48C7-B2AC-564788B2B23B}" destId="{1537377B-C9E3-4BEF-ACFA-7D433343A809}" srcOrd="1" destOrd="0" parTransId="{A62A54C6-F59A-4ECF-9D00-4AAE4F0B0BF3}" sibTransId="{ECDE363D-A0A4-480D-B370-83FDE64DEE98}"/>
    <dgm:cxn modelId="{2761A71A-CBD3-418A-8625-396AE2BFA4F6}" srcId="{9DA03626-AD04-4A10-919B-62B6AA1CE6B3}" destId="{D0BD2A67-5700-42A4-BBB4-60FF75F668CF}" srcOrd="0" destOrd="0" parTransId="{6E846805-61DD-487D-BC95-3858AB687CC6}" sibTransId="{0706563C-67E6-480E-8C0B-341B6EED594F}"/>
    <dgm:cxn modelId="{7770A71A-E801-CA4B-A5AE-827B5EB349BC}" type="presOf" srcId="{CD94AAC8-8D4D-4F2B-A9FD-54022A2E64C9}" destId="{2FC05ED2-AB7D-924F-8306-73E48AFCE302}" srcOrd="0" destOrd="0" presId="urn:microsoft.com/office/officeart/2017/3/layout/HorizontalLabelsTimeline"/>
    <dgm:cxn modelId="{95554C2F-110B-2F4D-9762-7E5BF7668939}" type="presOf" srcId="{1537377B-C9E3-4BEF-ACFA-7D433343A809}" destId="{71643EEA-00BA-AB4E-BBF3-A9313E51ADFC}" srcOrd="0" destOrd="2" presId="urn:microsoft.com/office/officeart/2017/3/layout/HorizontalLabelsTimeline"/>
    <dgm:cxn modelId="{EFB27E53-4E23-9A45-B1ED-60D80303A0B0}" type="presOf" srcId="{58879B93-D355-48C7-B2AC-564788B2B23B}" destId="{71643EEA-00BA-AB4E-BBF3-A9313E51ADFC}" srcOrd="0" destOrd="0" presId="urn:microsoft.com/office/officeart/2017/3/layout/HorizontalLabelsTimeline"/>
    <dgm:cxn modelId="{F1DE7876-E1F8-4451-88A8-D34AE7188E56}" srcId="{6FB3DF30-0EED-4129-9B83-660464DAC9D3}" destId="{D5BD7BCA-4256-4500-8753-7C4127330023}" srcOrd="1" destOrd="0" parTransId="{5DA136F0-6DC0-4125-8A0B-5A4E7CE438FC}" sibTransId="{82130A45-CFC7-4C1E-B5CF-ED105F2AF6FB}"/>
    <dgm:cxn modelId="{1E246777-E4B3-F04E-B98B-E7FB29466F64}" type="presOf" srcId="{6FB3DF30-0EED-4129-9B83-660464DAC9D3}" destId="{81281FB6-34AA-CE4C-A56E-66BF3221EE99}" srcOrd="0" destOrd="0" presId="urn:microsoft.com/office/officeart/2017/3/layout/HorizontalLabelsTimeline"/>
    <dgm:cxn modelId="{BB64DC9D-AA0A-4D22-88A3-DE7D3961CC3C}" srcId="{CD94AAC8-8D4D-4F2B-A9FD-54022A2E64C9}" destId="{58879B93-D355-48C7-B2AC-564788B2B23B}" srcOrd="0" destOrd="0" parTransId="{7CDF8E5C-F6C5-4EEB-A583-F57436E421A4}" sibTransId="{7344626F-B6E3-47A5-A212-620D509DDC82}"/>
    <dgm:cxn modelId="{8E78479E-D83B-8B41-92EF-4D5A8711B142}" type="presOf" srcId="{9DA03626-AD04-4A10-919B-62B6AA1CE6B3}" destId="{AD727F51-6137-244E-827F-2A8B5BE400D0}" srcOrd="0" destOrd="0" presId="urn:microsoft.com/office/officeart/2017/3/layout/HorizontalLabelsTimeline"/>
    <dgm:cxn modelId="{BCC3EA9E-D618-48E5-BB14-962FC08370CE}" srcId="{9DA03626-AD04-4A10-919B-62B6AA1CE6B3}" destId="{C2474A20-91CA-465E-A428-61CABB77C1C8}" srcOrd="1" destOrd="0" parTransId="{4F4AED08-BEA9-4CB0-8730-8D85E6904D99}" sibTransId="{CDE1A2B8-904F-47CB-849B-D1D6EC9078A2}"/>
    <dgm:cxn modelId="{C6B173BD-3144-964C-A750-108F52F57806}" type="presOf" srcId="{D0BD2A67-5700-42A4-BBB4-60FF75F668CF}" destId="{AD727F51-6137-244E-827F-2A8B5BE400D0}" srcOrd="0" destOrd="1" presId="urn:microsoft.com/office/officeart/2017/3/layout/HorizontalLabelsTimeline"/>
    <dgm:cxn modelId="{6EC45CC1-BF20-9245-8742-619487D07EE0}" type="presOf" srcId="{C2474A20-91CA-465E-A428-61CABB77C1C8}" destId="{AD727F51-6137-244E-827F-2A8B5BE400D0}" srcOrd="0" destOrd="2" presId="urn:microsoft.com/office/officeart/2017/3/layout/HorizontalLabelsTimeline"/>
    <dgm:cxn modelId="{047413C7-A8D5-8145-B449-B1DA9E0C9193}" type="presOf" srcId="{634CF007-7BE5-42FC-B4E1-660720983AC2}" destId="{71643EEA-00BA-AB4E-BBF3-A9313E51ADFC}" srcOrd="0" destOrd="1" presId="urn:microsoft.com/office/officeart/2017/3/layout/HorizontalLabelsTimeline"/>
    <dgm:cxn modelId="{4766D6CB-B4D2-42CE-BCDF-1BAA0491155C}" srcId="{58879B93-D355-48C7-B2AC-564788B2B23B}" destId="{634CF007-7BE5-42FC-B4E1-660720983AC2}" srcOrd="0" destOrd="0" parTransId="{11A8CDB6-FADB-4498-8A6B-CF7E03F7C64C}" sibTransId="{479B7003-6D13-4467-98B3-E580674DF871}"/>
    <dgm:cxn modelId="{3261B8D2-C57D-43BE-9291-D890449A6C10}" srcId="{D5BD7BCA-4256-4500-8753-7C4127330023}" destId="{9DA03626-AD04-4A10-919B-62B6AA1CE6B3}" srcOrd="0" destOrd="0" parTransId="{DEA7550B-7F22-44F8-A53B-1E46A600CEC0}" sibTransId="{63A5BEA0-D066-401E-A099-A3C9B17B91F6}"/>
    <dgm:cxn modelId="{68C59DDD-7FBB-D74F-A066-8F2680B1B73F}" type="presOf" srcId="{D5BD7BCA-4256-4500-8753-7C4127330023}" destId="{F4861877-88EE-8248-8021-E66FB954D322}" srcOrd="0" destOrd="0" presId="urn:microsoft.com/office/officeart/2017/3/layout/HorizontalLabelsTimeline"/>
    <dgm:cxn modelId="{1A376EEB-0DB1-422F-B014-0540D8E4E71B}" srcId="{6FB3DF30-0EED-4129-9B83-660464DAC9D3}" destId="{CD94AAC8-8D4D-4F2B-A9FD-54022A2E64C9}" srcOrd="0" destOrd="0" parTransId="{5D2A1C6C-5A39-460D-BE6E-1F74E0776643}" sibTransId="{B56EE6A0-2812-4335-8688-A709A18109B0}"/>
    <dgm:cxn modelId="{CC566D6F-D927-044E-9B51-24BB4080FEC3}" type="presParOf" srcId="{81281FB6-34AA-CE4C-A56E-66BF3221EE99}" destId="{0F373B7F-21DE-3949-9AF0-ADA15612707E}" srcOrd="0" destOrd="0" presId="urn:microsoft.com/office/officeart/2017/3/layout/HorizontalLabelsTimeline"/>
    <dgm:cxn modelId="{ED62593A-F23C-204B-8B67-83C87C5321EF}" type="presParOf" srcId="{81281FB6-34AA-CE4C-A56E-66BF3221EE99}" destId="{BE10C619-0BD7-1B4F-BB58-1B276F2C2181}" srcOrd="1" destOrd="0" presId="urn:microsoft.com/office/officeart/2017/3/layout/HorizontalLabelsTimeline"/>
    <dgm:cxn modelId="{740000A1-5FB1-5949-9EFF-1E899742B56F}" type="presParOf" srcId="{BE10C619-0BD7-1B4F-BB58-1B276F2C2181}" destId="{501F612C-08E7-1140-B41D-D526FDE52C61}" srcOrd="0" destOrd="0" presId="urn:microsoft.com/office/officeart/2017/3/layout/HorizontalLabelsTimeline"/>
    <dgm:cxn modelId="{D74A257C-6786-134C-A173-3C8FFEB9449D}" type="presParOf" srcId="{501F612C-08E7-1140-B41D-D526FDE52C61}" destId="{2FC05ED2-AB7D-924F-8306-73E48AFCE302}" srcOrd="0" destOrd="0" presId="urn:microsoft.com/office/officeart/2017/3/layout/HorizontalLabelsTimeline"/>
    <dgm:cxn modelId="{8383E72E-4679-3F4F-BE5D-27BFEA8ADF17}" type="presParOf" srcId="{501F612C-08E7-1140-B41D-D526FDE52C61}" destId="{25EAF4EA-7CE0-1845-BA83-1777D00E55B6}" srcOrd="1" destOrd="0" presId="urn:microsoft.com/office/officeart/2017/3/layout/HorizontalLabelsTimeline"/>
    <dgm:cxn modelId="{FA0C263B-BD8B-194C-BC57-0C86AF7FA454}" type="presParOf" srcId="{25EAF4EA-7CE0-1845-BA83-1777D00E55B6}" destId="{71643EEA-00BA-AB4E-BBF3-A9313E51ADFC}" srcOrd="0" destOrd="0" presId="urn:microsoft.com/office/officeart/2017/3/layout/HorizontalLabelsTimeline"/>
    <dgm:cxn modelId="{EB4C3865-5B4D-6543-91D7-7CD1C8982612}" type="presParOf" srcId="{25EAF4EA-7CE0-1845-BA83-1777D00E55B6}" destId="{B2DE0BD6-4360-5B4C-BA82-47F29C7BC7FE}" srcOrd="1" destOrd="0" presId="urn:microsoft.com/office/officeart/2017/3/layout/HorizontalLabelsTimeline"/>
    <dgm:cxn modelId="{514B89EA-1ED4-8349-8618-328853B58725}" type="presParOf" srcId="{501F612C-08E7-1140-B41D-D526FDE52C61}" destId="{E8CD3BAD-10B5-A448-86BA-E5472F3D8AE3}" srcOrd="2" destOrd="0" presId="urn:microsoft.com/office/officeart/2017/3/layout/HorizontalLabelsTimeline"/>
    <dgm:cxn modelId="{870236EE-5267-E34F-A642-FB443BC4437B}" type="presParOf" srcId="{501F612C-08E7-1140-B41D-D526FDE52C61}" destId="{E91225A3-1C56-4442-8A16-B60DA938413E}" srcOrd="3" destOrd="0" presId="urn:microsoft.com/office/officeart/2017/3/layout/HorizontalLabelsTimeline"/>
    <dgm:cxn modelId="{F646FA79-729F-2142-BBE0-81B75A47DCCA}" type="presParOf" srcId="{501F612C-08E7-1140-B41D-D526FDE52C61}" destId="{4A4F98F1-0606-0849-8B92-98189E9B9AD1}" srcOrd="4" destOrd="0" presId="urn:microsoft.com/office/officeart/2017/3/layout/HorizontalLabelsTimeline"/>
    <dgm:cxn modelId="{2BC50A2C-1999-F948-BC1E-4C764F214E39}" type="presParOf" srcId="{BE10C619-0BD7-1B4F-BB58-1B276F2C2181}" destId="{FA9A71CA-1B4E-DA44-BDFD-FC7E2AA18115}" srcOrd="1" destOrd="0" presId="urn:microsoft.com/office/officeart/2017/3/layout/HorizontalLabelsTimeline"/>
    <dgm:cxn modelId="{35A7FC81-640A-D641-8096-3D3EEEC92230}" type="presParOf" srcId="{BE10C619-0BD7-1B4F-BB58-1B276F2C2181}" destId="{68325CC7-F9F7-5F4B-A27A-BEF55C158F9D}" srcOrd="2" destOrd="0" presId="urn:microsoft.com/office/officeart/2017/3/layout/HorizontalLabelsTimeline"/>
    <dgm:cxn modelId="{FCA3D614-E084-7449-BF15-654635D76C01}" type="presParOf" srcId="{68325CC7-F9F7-5F4B-A27A-BEF55C158F9D}" destId="{F4861877-88EE-8248-8021-E66FB954D322}" srcOrd="0" destOrd="0" presId="urn:microsoft.com/office/officeart/2017/3/layout/HorizontalLabelsTimeline"/>
    <dgm:cxn modelId="{DCB70475-D369-494D-83CE-879F9B3F9877}" type="presParOf" srcId="{68325CC7-F9F7-5F4B-A27A-BEF55C158F9D}" destId="{306CD93B-03AD-2B42-A7BB-4DB2DA4F0F55}" srcOrd="1" destOrd="0" presId="urn:microsoft.com/office/officeart/2017/3/layout/HorizontalLabelsTimeline"/>
    <dgm:cxn modelId="{C36BA221-23AC-4147-AFE6-F0AD8424A413}" type="presParOf" srcId="{306CD93B-03AD-2B42-A7BB-4DB2DA4F0F55}" destId="{AD727F51-6137-244E-827F-2A8B5BE400D0}" srcOrd="0" destOrd="0" presId="urn:microsoft.com/office/officeart/2017/3/layout/HorizontalLabelsTimeline"/>
    <dgm:cxn modelId="{9D413EBE-458A-6740-9FCE-6A49FD80C8D1}" type="presParOf" srcId="{306CD93B-03AD-2B42-A7BB-4DB2DA4F0F55}" destId="{204CC4F1-B75E-6D41-B90A-714ED6DEC689}" srcOrd="1" destOrd="0" presId="urn:microsoft.com/office/officeart/2017/3/layout/HorizontalLabelsTimeline"/>
    <dgm:cxn modelId="{037A1069-2495-144F-B668-47C2B53ADC69}" type="presParOf" srcId="{68325CC7-F9F7-5F4B-A27A-BEF55C158F9D}" destId="{558586B1-8C88-5D46-BC67-4E1D23A07051}" srcOrd="2" destOrd="0" presId="urn:microsoft.com/office/officeart/2017/3/layout/HorizontalLabelsTimeline"/>
    <dgm:cxn modelId="{038D5100-D0DE-1740-8B90-06F88B5679A6}" type="presParOf" srcId="{68325CC7-F9F7-5F4B-A27A-BEF55C158F9D}" destId="{7EDA33CD-550E-C748-963E-F7B180CE62AA}" srcOrd="3" destOrd="0" presId="urn:microsoft.com/office/officeart/2017/3/layout/HorizontalLabelsTimeline"/>
    <dgm:cxn modelId="{03A6B03A-4AAE-E34E-936A-8956066C3E89}" type="presParOf" srcId="{68325CC7-F9F7-5F4B-A27A-BEF55C158F9D}" destId="{1E011390-21A2-0640-AA9F-7213FD95AE1B}" srcOrd="4" destOrd="0" presId="urn:microsoft.com/office/officeart/2017/3/layout/HorizontalLabels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6A8B29-82F1-4622-A3A9-506CE76BFF9D}" type="doc">
      <dgm:prSet loTypeId="urn:microsoft.com/office/officeart/2017/3/layout/HorizontalLabelsTimeline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9C3D456-7046-40B8-83D8-5551E89105DE}">
      <dgm:prSet/>
      <dgm:spPr/>
      <dgm:t>
        <a:bodyPr/>
        <a:lstStyle/>
        <a:p>
          <a:pPr>
            <a:defRPr b="1"/>
          </a:pPr>
          <a:r>
            <a:rPr lang="en-US"/>
            <a:t>2019–2020</a:t>
          </a:r>
        </a:p>
      </dgm:t>
    </dgm:pt>
    <dgm:pt modelId="{7A469305-E2DC-47EC-8D9B-4DC1064A8825}" type="parTrans" cxnId="{249D40BD-4D5F-4FEF-9229-987CAB5B959B}">
      <dgm:prSet/>
      <dgm:spPr/>
      <dgm:t>
        <a:bodyPr/>
        <a:lstStyle/>
        <a:p>
          <a:endParaRPr lang="en-US"/>
        </a:p>
      </dgm:t>
    </dgm:pt>
    <dgm:pt modelId="{C9AC06FC-6639-4DEE-8E46-56BED88BC77B}" type="sibTrans" cxnId="{249D40BD-4D5F-4FEF-9229-987CAB5B959B}">
      <dgm:prSet/>
      <dgm:spPr/>
      <dgm:t>
        <a:bodyPr/>
        <a:lstStyle/>
        <a:p>
          <a:endParaRPr lang="en-US"/>
        </a:p>
      </dgm:t>
    </dgm:pt>
    <dgm:pt modelId="{99E95878-2873-4CFF-B877-F92DCB489E97}">
      <dgm:prSet/>
      <dgm:spPr/>
      <dgm:t>
        <a:bodyPr/>
        <a:lstStyle/>
        <a:p>
          <a:r>
            <a:rPr lang="en-US"/>
            <a:t>News Sentiment:</a:t>
          </a:r>
        </a:p>
      </dgm:t>
    </dgm:pt>
    <dgm:pt modelId="{83B1535C-5830-46BA-BE1B-D0EBD4177F0E}" type="parTrans" cxnId="{03448B92-C641-4CB5-AFD0-18A06965B2D4}">
      <dgm:prSet/>
      <dgm:spPr/>
      <dgm:t>
        <a:bodyPr/>
        <a:lstStyle/>
        <a:p>
          <a:endParaRPr lang="en-US"/>
        </a:p>
      </dgm:t>
    </dgm:pt>
    <dgm:pt modelId="{5F6B93BB-05EB-45F2-AA97-7BCE8DDB49F5}" type="sibTrans" cxnId="{03448B92-C641-4CB5-AFD0-18A06965B2D4}">
      <dgm:prSet/>
      <dgm:spPr/>
      <dgm:t>
        <a:bodyPr/>
        <a:lstStyle/>
        <a:p>
          <a:endParaRPr lang="en-US"/>
        </a:p>
      </dgm:t>
    </dgm:pt>
    <dgm:pt modelId="{53068AAA-5F99-4C6D-93BD-41194E4327A9}">
      <dgm:prSet/>
      <dgm:spPr/>
      <dgm:t>
        <a:bodyPr/>
        <a:lstStyle/>
        <a:p>
          <a:r>
            <a:rPr lang="en-US"/>
            <a:t>Controlled language</a:t>
          </a:r>
        </a:p>
      </dgm:t>
    </dgm:pt>
    <dgm:pt modelId="{052516C9-4681-4E31-9A06-B3468951C48B}" type="parTrans" cxnId="{AB9E802F-040E-493F-BF9A-F4401B39B1C4}">
      <dgm:prSet/>
      <dgm:spPr/>
      <dgm:t>
        <a:bodyPr/>
        <a:lstStyle/>
        <a:p>
          <a:endParaRPr lang="en-US"/>
        </a:p>
      </dgm:t>
    </dgm:pt>
    <dgm:pt modelId="{BC513830-EEA0-436B-BCB2-70DB2F6396F8}" type="sibTrans" cxnId="{AB9E802F-040E-493F-BF9A-F4401B39B1C4}">
      <dgm:prSet/>
      <dgm:spPr/>
      <dgm:t>
        <a:bodyPr/>
        <a:lstStyle/>
        <a:p>
          <a:endParaRPr lang="en-US"/>
        </a:p>
      </dgm:t>
    </dgm:pt>
    <dgm:pt modelId="{5617C673-7398-4EE1-BB8D-129F1C545892}">
      <dgm:prSet/>
      <dgm:spPr/>
      <dgm:t>
        <a:bodyPr/>
        <a:lstStyle/>
        <a:p>
          <a:r>
            <a:rPr lang="en-US"/>
            <a:t>Narrow variation</a:t>
          </a:r>
        </a:p>
      </dgm:t>
    </dgm:pt>
    <dgm:pt modelId="{3422A9FD-5AD7-4026-A7DA-8A5375C8DC2F}" type="parTrans" cxnId="{AB94DDE3-00CC-4BBF-9905-8F9D8282AB3A}">
      <dgm:prSet/>
      <dgm:spPr/>
      <dgm:t>
        <a:bodyPr/>
        <a:lstStyle/>
        <a:p>
          <a:endParaRPr lang="en-US"/>
        </a:p>
      </dgm:t>
    </dgm:pt>
    <dgm:pt modelId="{E32BDDDA-37CB-4366-8BE1-F7DD8229F955}" type="sibTrans" cxnId="{AB94DDE3-00CC-4BBF-9905-8F9D8282AB3A}">
      <dgm:prSet/>
      <dgm:spPr/>
      <dgm:t>
        <a:bodyPr/>
        <a:lstStyle/>
        <a:p>
          <a:endParaRPr lang="en-US"/>
        </a:p>
      </dgm:t>
    </dgm:pt>
    <dgm:pt modelId="{4E5AEFFF-1F81-46A8-8432-C3E9AE9704AD}">
      <dgm:prSet/>
      <dgm:spPr/>
      <dgm:t>
        <a:bodyPr/>
        <a:lstStyle/>
        <a:p>
          <a:pPr>
            <a:defRPr b="1"/>
          </a:pPr>
          <a:r>
            <a:rPr lang="en-US"/>
            <a:t>2021–2022</a:t>
          </a:r>
        </a:p>
      </dgm:t>
    </dgm:pt>
    <dgm:pt modelId="{EF1F9C89-8EAE-47CD-BB89-767B84BE81DF}" type="parTrans" cxnId="{78F66127-6305-499E-8681-4A4BDFDC668B}">
      <dgm:prSet/>
      <dgm:spPr/>
      <dgm:t>
        <a:bodyPr/>
        <a:lstStyle/>
        <a:p>
          <a:endParaRPr lang="en-US"/>
        </a:p>
      </dgm:t>
    </dgm:pt>
    <dgm:pt modelId="{CF7672E6-11CA-463A-A897-662C49840DA8}" type="sibTrans" cxnId="{78F66127-6305-499E-8681-4A4BDFDC668B}">
      <dgm:prSet/>
      <dgm:spPr/>
      <dgm:t>
        <a:bodyPr/>
        <a:lstStyle/>
        <a:p>
          <a:endParaRPr lang="en-US"/>
        </a:p>
      </dgm:t>
    </dgm:pt>
    <dgm:pt modelId="{0E9E9E02-06FA-4E15-AE45-DE00D7269F88}">
      <dgm:prSet/>
      <dgm:spPr/>
      <dgm:t>
        <a:bodyPr/>
        <a:lstStyle/>
        <a:p>
          <a:r>
            <a:rPr lang="en-US"/>
            <a:t>Tweet Sentiment:</a:t>
          </a:r>
        </a:p>
      </dgm:t>
    </dgm:pt>
    <dgm:pt modelId="{16C52298-9531-4282-B7FD-A1D1B8061629}" type="parTrans" cxnId="{9E94B1D6-9E97-4AFD-9F28-97D6A0B28518}">
      <dgm:prSet/>
      <dgm:spPr/>
      <dgm:t>
        <a:bodyPr/>
        <a:lstStyle/>
        <a:p>
          <a:endParaRPr lang="en-US"/>
        </a:p>
      </dgm:t>
    </dgm:pt>
    <dgm:pt modelId="{0BC0AEAC-8D8D-452E-827A-54C89331280B}" type="sibTrans" cxnId="{9E94B1D6-9E97-4AFD-9F28-97D6A0B28518}">
      <dgm:prSet/>
      <dgm:spPr/>
      <dgm:t>
        <a:bodyPr/>
        <a:lstStyle/>
        <a:p>
          <a:endParaRPr lang="en-US"/>
        </a:p>
      </dgm:t>
    </dgm:pt>
    <dgm:pt modelId="{31202B10-1D44-48AF-A28E-4FED621CFE6A}">
      <dgm:prSet/>
      <dgm:spPr/>
      <dgm:t>
        <a:bodyPr/>
        <a:lstStyle/>
        <a:p>
          <a:r>
            <a:rPr lang="en-US"/>
            <a:t>Emotional reactions</a:t>
          </a:r>
        </a:p>
      </dgm:t>
    </dgm:pt>
    <dgm:pt modelId="{2D17F2D8-CE6C-4075-BA6D-8377532D50FC}" type="parTrans" cxnId="{A4D10266-4932-460D-B19A-8F6C6241ECB2}">
      <dgm:prSet/>
      <dgm:spPr/>
      <dgm:t>
        <a:bodyPr/>
        <a:lstStyle/>
        <a:p>
          <a:endParaRPr lang="en-US"/>
        </a:p>
      </dgm:t>
    </dgm:pt>
    <dgm:pt modelId="{2E98B7A6-EE24-411B-B11C-8D13F41B1C80}" type="sibTrans" cxnId="{A4D10266-4932-460D-B19A-8F6C6241ECB2}">
      <dgm:prSet/>
      <dgm:spPr/>
      <dgm:t>
        <a:bodyPr/>
        <a:lstStyle/>
        <a:p>
          <a:endParaRPr lang="en-US"/>
        </a:p>
      </dgm:t>
    </dgm:pt>
    <dgm:pt modelId="{6BDCF7D2-EABD-46D0-A484-3557B36A9BCB}">
      <dgm:prSet/>
      <dgm:spPr/>
      <dgm:t>
        <a:bodyPr/>
        <a:lstStyle/>
        <a:p>
          <a:r>
            <a:rPr lang="en-US"/>
            <a:t>Wide jumps in positivity/negativity</a:t>
          </a:r>
        </a:p>
      </dgm:t>
    </dgm:pt>
    <dgm:pt modelId="{97D14313-420D-4FB2-9C5F-21AA04A290A8}" type="parTrans" cxnId="{5358C374-F817-45ED-9940-5B3996660600}">
      <dgm:prSet/>
      <dgm:spPr/>
      <dgm:t>
        <a:bodyPr/>
        <a:lstStyle/>
        <a:p>
          <a:endParaRPr lang="en-US"/>
        </a:p>
      </dgm:t>
    </dgm:pt>
    <dgm:pt modelId="{8B071294-53D0-405E-8192-DC77745F1610}" type="sibTrans" cxnId="{5358C374-F817-45ED-9940-5B3996660600}">
      <dgm:prSet/>
      <dgm:spPr/>
      <dgm:t>
        <a:bodyPr/>
        <a:lstStyle/>
        <a:p>
          <a:endParaRPr lang="en-US"/>
        </a:p>
      </dgm:t>
    </dgm:pt>
    <dgm:pt modelId="{64A1898C-8663-924F-B829-51D9DFDA253F}" type="pres">
      <dgm:prSet presAssocID="{D06A8B29-82F1-4622-A3A9-506CE76BFF9D}" presName="root" presStyleCnt="0">
        <dgm:presLayoutVars>
          <dgm:chMax/>
          <dgm:chPref/>
          <dgm:animLvl val="lvl"/>
        </dgm:presLayoutVars>
      </dgm:prSet>
      <dgm:spPr/>
    </dgm:pt>
    <dgm:pt modelId="{5174A622-E42C-524A-9F36-32998DFDD5DA}" type="pres">
      <dgm:prSet presAssocID="{D06A8B29-82F1-4622-A3A9-506CE76BFF9D}" presName="divider" presStyleLbl="fgAcc1" presStyleIdx="0" presStyleCnt="1"/>
      <dgm:spPr/>
    </dgm:pt>
    <dgm:pt modelId="{674168D1-4A28-9643-80F4-0BE2CCB44AC1}" type="pres">
      <dgm:prSet presAssocID="{D06A8B29-82F1-4622-A3A9-506CE76BFF9D}" presName="nodes" presStyleCnt="0">
        <dgm:presLayoutVars>
          <dgm:chMax/>
          <dgm:chPref/>
          <dgm:animLvl val="lvl"/>
        </dgm:presLayoutVars>
      </dgm:prSet>
      <dgm:spPr/>
    </dgm:pt>
    <dgm:pt modelId="{8A185AA6-2CDB-EB41-A53F-2C8C7B39BC4A}" type="pres">
      <dgm:prSet presAssocID="{59C3D456-7046-40B8-83D8-5551E89105DE}" presName="composite" presStyleCnt="0"/>
      <dgm:spPr/>
    </dgm:pt>
    <dgm:pt modelId="{A699FB63-0808-1047-9B5D-86DF927810FE}" type="pres">
      <dgm:prSet presAssocID="{59C3D456-7046-40B8-83D8-5551E89105DE}" presName="L1TextContainer" presStyleLbl="alignNode1" presStyleIdx="0" presStyleCnt="2">
        <dgm:presLayoutVars>
          <dgm:chMax val="1"/>
          <dgm:chPref val="1"/>
          <dgm:bulletEnabled val="1"/>
        </dgm:presLayoutVars>
      </dgm:prSet>
      <dgm:spPr/>
    </dgm:pt>
    <dgm:pt modelId="{54512F48-F6BD-514A-9995-06D9D70E6A6E}" type="pres">
      <dgm:prSet presAssocID="{59C3D456-7046-40B8-83D8-5551E89105DE}" presName="L2TextContainerWrapper" presStyleCnt="0">
        <dgm:presLayoutVars>
          <dgm:bulletEnabled val="1"/>
        </dgm:presLayoutVars>
      </dgm:prSet>
      <dgm:spPr/>
    </dgm:pt>
    <dgm:pt modelId="{85B7C35C-E9E0-394C-A1BD-F5D09906CC13}" type="pres">
      <dgm:prSet presAssocID="{59C3D456-7046-40B8-83D8-5551E89105DE}" presName="L2TextContainer" presStyleLbl="bgAccFollowNode1" presStyleIdx="0" presStyleCnt="2"/>
      <dgm:spPr/>
    </dgm:pt>
    <dgm:pt modelId="{E47A5998-7FB4-6C49-9102-75B37BCC4546}" type="pres">
      <dgm:prSet presAssocID="{59C3D456-7046-40B8-83D8-5551E89105DE}" presName="FlexibleEmptyPlaceHolder" presStyleCnt="0"/>
      <dgm:spPr/>
    </dgm:pt>
    <dgm:pt modelId="{C2FB8E89-6488-144D-8EB6-49160631ABED}" type="pres">
      <dgm:prSet presAssocID="{59C3D456-7046-40B8-83D8-5551E89105DE}" presName="ConnectLine" presStyleLbl="sibTrans1D1" presStyleIdx="0" presStyleCnt="2"/>
      <dgm:spPr/>
    </dgm:pt>
    <dgm:pt modelId="{58265AEA-C589-E54E-9A92-70F772EED666}" type="pres">
      <dgm:prSet presAssocID="{59C3D456-7046-40B8-83D8-5551E89105DE}" presName="ConnectorPoint" presStyleLbl="node1" presStyleIdx="0" presStyleCnt="2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3D489C99-0F6B-9F4F-B265-C41FB515A3F3}" type="pres">
      <dgm:prSet presAssocID="{59C3D456-7046-40B8-83D8-5551E89105DE}" presName="EmptyPlaceHolder" presStyleCnt="0"/>
      <dgm:spPr/>
    </dgm:pt>
    <dgm:pt modelId="{D2069BDE-28CB-7F4C-8DAC-D17B6E996CD9}" type="pres">
      <dgm:prSet presAssocID="{C9AC06FC-6639-4DEE-8E46-56BED88BC77B}" presName="spaceBetweenRectangles" presStyleCnt="0"/>
      <dgm:spPr/>
    </dgm:pt>
    <dgm:pt modelId="{89F936A5-27C2-B044-9431-151AD8EF128C}" type="pres">
      <dgm:prSet presAssocID="{4E5AEFFF-1F81-46A8-8432-C3E9AE9704AD}" presName="composite" presStyleCnt="0"/>
      <dgm:spPr/>
    </dgm:pt>
    <dgm:pt modelId="{1FE5189B-AC96-FF42-B53A-2B02FD6AF748}" type="pres">
      <dgm:prSet presAssocID="{4E5AEFFF-1F81-46A8-8432-C3E9AE9704AD}" presName="L1TextContainer" presStyleLbl="alignNode1" presStyleIdx="1" presStyleCnt="2">
        <dgm:presLayoutVars>
          <dgm:chMax val="1"/>
          <dgm:chPref val="1"/>
          <dgm:bulletEnabled val="1"/>
        </dgm:presLayoutVars>
      </dgm:prSet>
      <dgm:spPr/>
    </dgm:pt>
    <dgm:pt modelId="{BE4F9CFE-FD5B-2F49-AE71-3C6ECA890FD3}" type="pres">
      <dgm:prSet presAssocID="{4E5AEFFF-1F81-46A8-8432-C3E9AE9704AD}" presName="L2TextContainerWrapper" presStyleCnt="0">
        <dgm:presLayoutVars>
          <dgm:bulletEnabled val="1"/>
        </dgm:presLayoutVars>
      </dgm:prSet>
      <dgm:spPr/>
    </dgm:pt>
    <dgm:pt modelId="{60ADC234-993A-C542-A25F-1FE4E60EDAEF}" type="pres">
      <dgm:prSet presAssocID="{4E5AEFFF-1F81-46A8-8432-C3E9AE9704AD}" presName="L2TextContainer" presStyleLbl="bgAccFollowNode1" presStyleIdx="1" presStyleCnt="2"/>
      <dgm:spPr/>
    </dgm:pt>
    <dgm:pt modelId="{CB1EF14E-2A1D-8B45-B8E9-CB3E6119A27F}" type="pres">
      <dgm:prSet presAssocID="{4E5AEFFF-1F81-46A8-8432-C3E9AE9704AD}" presName="FlexibleEmptyPlaceHolder" presStyleCnt="0"/>
      <dgm:spPr/>
    </dgm:pt>
    <dgm:pt modelId="{55815C32-CAB6-8342-953D-B56160D451ED}" type="pres">
      <dgm:prSet presAssocID="{4E5AEFFF-1F81-46A8-8432-C3E9AE9704AD}" presName="ConnectLine" presStyleLbl="sibTrans1D1" presStyleIdx="1" presStyleCnt="2"/>
      <dgm:spPr/>
    </dgm:pt>
    <dgm:pt modelId="{8939B950-A3CE-114B-8811-14A379025701}" type="pres">
      <dgm:prSet presAssocID="{4E5AEFFF-1F81-46A8-8432-C3E9AE9704AD}" presName="ConnectorPoint" presStyleLbl="node1" presStyleIdx="1" presStyleCnt="2"/>
      <dgm:spPr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AEC1E09-9BCE-B04E-BE0C-7FA008956C2B}" type="pres">
      <dgm:prSet presAssocID="{4E5AEFFF-1F81-46A8-8432-C3E9AE9704AD}" presName="EmptyPlaceHolder" presStyleCnt="0"/>
      <dgm:spPr/>
    </dgm:pt>
  </dgm:ptLst>
  <dgm:cxnLst>
    <dgm:cxn modelId="{E28C0726-6679-A04B-922A-2FDB6EBB2F70}" type="presOf" srcId="{53068AAA-5F99-4C6D-93BD-41194E4327A9}" destId="{85B7C35C-E9E0-394C-A1BD-F5D09906CC13}" srcOrd="0" destOrd="1" presId="urn:microsoft.com/office/officeart/2017/3/layout/HorizontalLabelsTimeline"/>
    <dgm:cxn modelId="{78F66127-6305-499E-8681-4A4BDFDC668B}" srcId="{D06A8B29-82F1-4622-A3A9-506CE76BFF9D}" destId="{4E5AEFFF-1F81-46A8-8432-C3E9AE9704AD}" srcOrd="1" destOrd="0" parTransId="{EF1F9C89-8EAE-47CD-BB89-767B84BE81DF}" sibTransId="{CF7672E6-11CA-463A-A897-662C49840DA8}"/>
    <dgm:cxn modelId="{CD48AF29-3BF2-C14B-8BD6-15452AB90CCF}" type="presOf" srcId="{31202B10-1D44-48AF-A28E-4FED621CFE6A}" destId="{60ADC234-993A-C542-A25F-1FE4E60EDAEF}" srcOrd="0" destOrd="1" presId="urn:microsoft.com/office/officeart/2017/3/layout/HorizontalLabelsTimeline"/>
    <dgm:cxn modelId="{AB9E802F-040E-493F-BF9A-F4401B39B1C4}" srcId="{59C3D456-7046-40B8-83D8-5551E89105DE}" destId="{53068AAA-5F99-4C6D-93BD-41194E4327A9}" srcOrd="1" destOrd="0" parTransId="{052516C9-4681-4E31-9A06-B3468951C48B}" sibTransId="{BC513830-EEA0-436B-BCB2-70DB2F6396F8}"/>
    <dgm:cxn modelId="{A4D10266-4932-460D-B19A-8F6C6241ECB2}" srcId="{4E5AEFFF-1F81-46A8-8432-C3E9AE9704AD}" destId="{31202B10-1D44-48AF-A28E-4FED621CFE6A}" srcOrd="1" destOrd="0" parTransId="{2D17F2D8-CE6C-4075-BA6D-8377532D50FC}" sibTransId="{2E98B7A6-EE24-411B-B11C-8D13F41B1C80}"/>
    <dgm:cxn modelId="{558CF171-05BE-DA44-85BF-B4654D991E00}" type="presOf" srcId="{0E9E9E02-06FA-4E15-AE45-DE00D7269F88}" destId="{60ADC234-993A-C542-A25F-1FE4E60EDAEF}" srcOrd="0" destOrd="0" presId="urn:microsoft.com/office/officeart/2017/3/layout/HorizontalLabelsTimeline"/>
    <dgm:cxn modelId="{5358C374-F817-45ED-9940-5B3996660600}" srcId="{4E5AEFFF-1F81-46A8-8432-C3E9AE9704AD}" destId="{6BDCF7D2-EABD-46D0-A484-3557B36A9BCB}" srcOrd="2" destOrd="0" parTransId="{97D14313-420D-4FB2-9C5F-21AA04A290A8}" sibTransId="{8B071294-53D0-405E-8192-DC77745F1610}"/>
    <dgm:cxn modelId="{CB3BB37E-E987-DC49-88D7-22668E35F9D7}" type="presOf" srcId="{D06A8B29-82F1-4622-A3A9-506CE76BFF9D}" destId="{64A1898C-8663-924F-B829-51D9DFDA253F}" srcOrd="0" destOrd="0" presId="urn:microsoft.com/office/officeart/2017/3/layout/HorizontalLabelsTimeline"/>
    <dgm:cxn modelId="{03448B92-C641-4CB5-AFD0-18A06965B2D4}" srcId="{59C3D456-7046-40B8-83D8-5551E89105DE}" destId="{99E95878-2873-4CFF-B877-F92DCB489E97}" srcOrd="0" destOrd="0" parTransId="{83B1535C-5830-46BA-BE1B-D0EBD4177F0E}" sibTransId="{5F6B93BB-05EB-45F2-AA97-7BCE8DDB49F5}"/>
    <dgm:cxn modelId="{AF464396-9039-0442-BD59-2316DE5F5ACE}" type="presOf" srcId="{99E95878-2873-4CFF-B877-F92DCB489E97}" destId="{85B7C35C-E9E0-394C-A1BD-F5D09906CC13}" srcOrd="0" destOrd="0" presId="urn:microsoft.com/office/officeart/2017/3/layout/HorizontalLabelsTimeline"/>
    <dgm:cxn modelId="{4E2916A3-141A-EF44-A28B-C86135399193}" type="presOf" srcId="{4E5AEFFF-1F81-46A8-8432-C3E9AE9704AD}" destId="{1FE5189B-AC96-FF42-B53A-2B02FD6AF748}" srcOrd="0" destOrd="0" presId="urn:microsoft.com/office/officeart/2017/3/layout/HorizontalLabelsTimeline"/>
    <dgm:cxn modelId="{A4B570A4-953D-194D-BA99-BE85AEF6A3A0}" type="presOf" srcId="{5617C673-7398-4EE1-BB8D-129F1C545892}" destId="{85B7C35C-E9E0-394C-A1BD-F5D09906CC13}" srcOrd="0" destOrd="2" presId="urn:microsoft.com/office/officeart/2017/3/layout/HorizontalLabelsTimeline"/>
    <dgm:cxn modelId="{22BEB7AF-599E-8C4B-8D4D-D7DE67712494}" type="presOf" srcId="{6BDCF7D2-EABD-46D0-A484-3557B36A9BCB}" destId="{60ADC234-993A-C542-A25F-1FE4E60EDAEF}" srcOrd="0" destOrd="2" presId="urn:microsoft.com/office/officeart/2017/3/layout/HorizontalLabelsTimeline"/>
    <dgm:cxn modelId="{2F6AFAB1-45A1-BB4C-85DF-B687FCFDF6D7}" type="presOf" srcId="{59C3D456-7046-40B8-83D8-5551E89105DE}" destId="{A699FB63-0808-1047-9B5D-86DF927810FE}" srcOrd="0" destOrd="0" presId="urn:microsoft.com/office/officeart/2017/3/layout/HorizontalLabelsTimeline"/>
    <dgm:cxn modelId="{249D40BD-4D5F-4FEF-9229-987CAB5B959B}" srcId="{D06A8B29-82F1-4622-A3A9-506CE76BFF9D}" destId="{59C3D456-7046-40B8-83D8-5551E89105DE}" srcOrd="0" destOrd="0" parTransId="{7A469305-E2DC-47EC-8D9B-4DC1064A8825}" sibTransId="{C9AC06FC-6639-4DEE-8E46-56BED88BC77B}"/>
    <dgm:cxn modelId="{9E94B1D6-9E97-4AFD-9F28-97D6A0B28518}" srcId="{4E5AEFFF-1F81-46A8-8432-C3E9AE9704AD}" destId="{0E9E9E02-06FA-4E15-AE45-DE00D7269F88}" srcOrd="0" destOrd="0" parTransId="{16C52298-9531-4282-B7FD-A1D1B8061629}" sibTransId="{0BC0AEAC-8D8D-452E-827A-54C89331280B}"/>
    <dgm:cxn modelId="{AB94DDE3-00CC-4BBF-9905-8F9D8282AB3A}" srcId="{59C3D456-7046-40B8-83D8-5551E89105DE}" destId="{5617C673-7398-4EE1-BB8D-129F1C545892}" srcOrd="2" destOrd="0" parTransId="{3422A9FD-5AD7-4026-A7DA-8A5375C8DC2F}" sibTransId="{E32BDDDA-37CB-4366-8BE1-F7DD8229F955}"/>
    <dgm:cxn modelId="{F51BECAE-230F-FC43-B169-D88818E80D15}" type="presParOf" srcId="{64A1898C-8663-924F-B829-51D9DFDA253F}" destId="{5174A622-E42C-524A-9F36-32998DFDD5DA}" srcOrd="0" destOrd="0" presId="urn:microsoft.com/office/officeart/2017/3/layout/HorizontalLabelsTimeline"/>
    <dgm:cxn modelId="{2BB2398B-EB15-B64A-9B7C-1389EE6B3300}" type="presParOf" srcId="{64A1898C-8663-924F-B829-51D9DFDA253F}" destId="{674168D1-4A28-9643-80F4-0BE2CCB44AC1}" srcOrd="1" destOrd="0" presId="urn:microsoft.com/office/officeart/2017/3/layout/HorizontalLabelsTimeline"/>
    <dgm:cxn modelId="{EB02F41E-5058-3041-8C6B-54CDAFE78D9D}" type="presParOf" srcId="{674168D1-4A28-9643-80F4-0BE2CCB44AC1}" destId="{8A185AA6-2CDB-EB41-A53F-2C8C7B39BC4A}" srcOrd="0" destOrd="0" presId="urn:microsoft.com/office/officeart/2017/3/layout/HorizontalLabelsTimeline"/>
    <dgm:cxn modelId="{F31C1866-1479-5D4D-96AB-068C814B22AE}" type="presParOf" srcId="{8A185AA6-2CDB-EB41-A53F-2C8C7B39BC4A}" destId="{A699FB63-0808-1047-9B5D-86DF927810FE}" srcOrd="0" destOrd="0" presId="urn:microsoft.com/office/officeart/2017/3/layout/HorizontalLabelsTimeline"/>
    <dgm:cxn modelId="{3D86BA1F-515B-BA4F-9987-F50D1784A608}" type="presParOf" srcId="{8A185AA6-2CDB-EB41-A53F-2C8C7B39BC4A}" destId="{54512F48-F6BD-514A-9995-06D9D70E6A6E}" srcOrd="1" destOrd="0" presId="urn:microsoft.com/office/officeart/2017/3/layout/HorizontalLabelsTimeline"/>
    <dgm:cxn modelId="{3C952547-F45D-F541-A7A2-08607B73014C}" type="presParOf" srcId="{54512F48-F6BD-514A-9995-06D9D70E6A6E}" destId="{85B7C35C-E9E0-394C-A1BD-F5D09906CC13}" srcOrd="0" destOrd="0" presId="urn:microsoft.com/office/officeart/2017/3/layout/HorizontalLabelsTimeline"/>
    <dgm:cxn modelId="{5B850AD7-147B-334E-854B-9A5096B2B18A}" type="presParOf" srcId="{54512F48-F6BD-514A-9995-06D9D70E6A6E}" destId="{E47A5998-7FB4-6C49-9102-75B37BCC4546}" srcOrd="1" destOrd="0" presId="urn:microsoft.com/office/officeart/2017/3/layout/HorizontalLabelsTimeline"/>
    <dgm:cxn modelId="{6D2A280A-9632-BB42-A43D-768DCB3DF680}" type="presParOf" srcId="{8A185AA6-2CDB-EB41-A53F-2C8C7B39BC4A}" destId="{C2FB8E89-6488-144D-8EB6-49160631ABED}" srcOrd="2" destOrd="0" presId="urn:microsoft.com/office/officeart/2017/3/layout/HorizontalLabelsTimeline"/>
    <dgm:cxn modelId="{D394728B-E93C-5741-BF1C-28B05796EE83}" type="presParOf" srcId="{8A185AA6-2CDB-EB41-A53F-2C8C7B39BC4A}" destId="{58265AEA-C589-E54E-9A92-70F772EED666}" srcOrd="3" destOrd="0" presId="urn:microsoft.com/office/officeart/2017/3/layout/HorizontalLabelsTimeline"/>
    <dgm:cxn modelId="{6233F542-4F9D-1B49-941D-ECBC14593A91}" type="presParOf" srcId="{8A185AA6-2CDB-EB41-A53F-2C8C7B39BC4A}" destId="{3D489C99-0F6B-9F4F-B265-C41FB515A3F3}" srcOrd="4" destOrd="0" presId="urn:microsoft.com/office/officeart/2017/3/layout/HorizontalLabelsTimeline"/>
    <dgm:cxn modelId="{ACA310A4-409A-B842-B3BA-98BC0384551F}" type="presParOf" srcId="{674168D1-4A28-9643-80F4-0BE2CCB44AC1}" destId="{D2069BDE-28CB-7F4C-8DAC-D17B6E996CD9}" srcOrd="1" destOrd="0" presId="urn:microsoft.com/office/officeart/2017/3/layout/HorizontalLabelsTimeline"/>
    <dgm:cxn modelId="{0527DE87-0588-F844-93C2-AF0A755215EB}" type="presParOf" srcId="{674168D1-4A28-9643-80F4-0BE2CCB44AC1}" destId="{89F936A5-27C2-B044-9431-151AD8EF128C}" srcOrd="2" destOrd="0" presId="urn:microsoft.com/office/officeart/2017/3/layout/HorizontalLabelsTimeline"/>
    <dgm:cxn modelId="{A8460B7F-8B81-C244-AB9E-C081A475C57E}" type="presParOf" srcId="{89F936A5-27C2-B044-9431-151AD8EF128C}" destId="{1FE5189B-AC96-FF42-B53A-2B02FD6AF748}" srcOrd="0" destOrd="0" presId="urn:microsoft.com/office/officeart/2017/3/layout/HorizontalLabelsTimeline"/>
    <dgm:cxn modelId="{FB817D24-0B64-344A-A337-149E70999581}" type="presParOf" srcId="{89F936A5-27C2-B044-9431-151AD8EF128C}" destId="{BE4F9CFE-FD5B-2F49-AE71-3C6ECA890FD3}" srcOrd="1" destOrd="0" presId="urn:microsoft.com/office/officeart/2017/3/layout/HorizontalLabelsTimeline"/>
    <dgm:cxn modelId="{D550C7AC-4E4B-094C-9076-696DA1BA49CB}" type="presParOf" srcId="{BE4F9CFE-FD5B-2F49-AE71-3C6ECA890FD3}" destId="{60ADC234-993A-C542-A25F-1FE4E60EDAEF}" srcOrd="0" destOrd="0" presId="urn:microsoft.com/office/officeart/2017/3/layout/HorizontalLabelsTimeline"/>
    <dgm:cxn modelId="{A6C2E373-8518-8641-A660-72524CC468FE}" type="presParOf" srcId="{BE4F9CFE-FD5B-2F49-AE71-3C6ECA890FD3}" destId="{CB1EF14E-2A1D-8B45-B8E9-CB3E6119A27F}" srcOrd="1" destOrd="0" presId="urn:microsoft.com/office/officeart/2017/3/layout/HorizontalLabelsTimeline"/>
    <dgm:cxn modelId="{4FF1785E-FDD7-8341-B3C6-693E5997EAC1}" type="presParOf" srcId="{89F936A5-27C2-B044-9431-151AD8EF128C}" destId="{55815C32-CAB6-8342-953D-B56160D451ED}" srcOrd="2" destOrd="0" presId="urn:microsoft.com/office/officeart/2017/3/layout/HorizontalLabelsTimeline"/>
    <dgm:cxn modelId="{0FA177C0-0BB3-034A-A376-4369ACACB591}" type="presParOf" srcId="{89F936A5-27C2-B044-9431-151AD8EF128C}" destId="{8939B950-A3CE-114B-8811-14A379025701}" srcOrd="3" destOrd="0" presId="urn:microsoft.com/office/officeart/2017/3/layout/HorizontalLabelsTimeline"/>
    <dgm:cxn modelId="{EB689701-E6EB-0341-ABC0-133987870545}" type="presParOf" srcId="{89F936A5-27C2-B044-9431-151AD8EF128C}" destId="{4AEC1E09-9BCE-B04E-BE0C-7FA008956C2B}" srcOrd="4" destOrd="0" presId="urn:microsoft.com/office/officeart/2017/3/layout/HorizontalLabels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3CAA88B-20FB-42B1-B8E6-00720C1F19AF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EC1FA9-5A18-4E31-98F4-5016982A7C0D}">
      <dgm:prSet/>
      <dgm:spPr/>
      <dgm:t>
        <a:bodyPr/>
        <a:lstStyle/>
        <a:p>
          <a:r>
            <a:rPr lang="en-US"/>
            <a:t>News ETS results:</a:t>
          </a:r>
        </a:p>
      </dgm:t>
    </dgm:pt>
    <dgm:pt modelId="{E68A7F17-82ED-4367-8ACF-3304CA90E7C6}" type="parTrans" cxnId="{FBAC912F-A440-4FDB-954B-CFB50048F978}">
      <dgm:prSet/>
      <dgm:spPr/>
      <dgm:t>
        <a:bodyPr/>
        <a:lstStyle/>
        <a:p>
          <a:endParaRPr lang="en-US"/>
        </a:p>
      </dgm:t>
    </dgm:pt>
    <dgm:pt modelId="{7F5970A1-D1D2-4BF5-A8C0-654720579903}" type="sibTrans" cxnId="{FBAC912F-A440-4FDB-954B-CFB50048F978}">
      <dgm:prSet/>
      <dgm:spPr/>
      <dgm:t>
        <a:bodyPr/>
        <a:lstStyle/>
        <a:p>
          <a:endParaRPr lang="en-US"/>
        </a:p>
      </dgm:t>
    </dgm:pt>
    <dgm:pt modelId="{4F092F2B-DEFB-4A84-B750-AA51EAA79AF3}">
      <dgm:prSet/>
      <dgm:spPr/>
      <dgm:t>
        <a:bodyPr/>
        <a:lstStyle/>
        <a:p>
          <a:r>
            <a:rPr lang="en-US"/>
            <a:t>Smooth trend</a:t>
          </a:r>
        </a:p>
      </dgm:t>
    </dgm:pt>
    <dgm:pt modelId="{8AABF538-7306-438B-9F6A-E9B1A780AF11}" type="parTrans" cxnId="{0B2D1254-9D3D-491F-A46B-F14A38E7A268}">
      <dgm:prSet/>
      <dgm:spPr/>
      <dgm:t>
        <a:bodyPr/>
        <a:lstStyle/>
        <a:p>
          <a:endParaRPr lang="en-US"/>
        </a:p>
      </dgm:t>
    </dgm:pt>
    <dgm:pt modelId="{7C065411-65EE-4399-876C-959A333EA084}" type="sibTrans" cxnId="{0B2D1254-9D3D-491F-A46B-F14A38E7A268}">
      <dgm:prSet/>
      <dgm:spPr/>
      <dgm:t>
        <a:bodyPr/>
        <a:lstStyle/>
        <a:p>
          <a:endParaRPr lang="en-US"/>
        </a:p>
      </dgm:t>
    </dgm:pt>
    <dgm:pt modelId="{2DC4ABCC-6150-4E74-B23A-80A674CC9FDC}">
      <dgm:prSet/>
      <dgm:spPr/>
      <dgm:t>
        <a:bodyPr/>
        <a:lstStyle/>
        <a:p>
          <a:r>
            <a:rPr lang="en-US"/>
            <a:t>Narrow confidence intervals</a:t>
          </a:r>
        </a:p>
      </dgm:t>
    </dgm:pt>
    <dgm:pt modelId="{7551170F-B2A6-4CD9-AEE0-CBD2F1D81409}" type="parTrans" cxnId="{D1937C13-6925-47A3-A1CB-29F23C14A253}">
      <dgm:prSet/>
      <dgm:spPr/>
      <dgm:t>
        <a:bodyPr/>
        <a:lstStyle/>
        <a:p>
          <a:endParaRPr lang="en-US"/>
        </a:p>
      </dgm:t>
    </dgm:pt>
    <dgm:pt modelId="{2E19AB56-03EC-4073-9E35-115B08DAC930}" type="sibTrans" cxnId="{D1937C13-6925-47A3-A1CB-29F23C14A253}">
      <dgm:prSet/>
      <dgm:spPr/>
      <dgm:t>
        <a:bodyPr/>
        <a:lstStyle/>
        <a:p>
          <a:endParaRPr lang="en-US"/>
        </a:p>
      </dgm:t>
    </dgm:pt>
    <dgm:pt modelId="{1FDA5160-648E-4956-ADAD-A0AA592DC42F}">
      <dgm:prSet/>
      <dgm:spPr/>
      <dgm:t>
        <a:bodyPr/>
        <a:lstStyle/>
        <a:p>
          <a:r>
            <a:rPr lang="en-US"/>
            <a:t>High predictability</a:t>
          </a:r>
        </a:p>
      </dgm:t>
    </dgm:pt>
    <dgm:pt modelId="{A54DE457-0EDB-4D09-836E-49241F4F01C0}" type="parTrans" cxnId="{2B3CED6D-EA9A-46CF-839A-BC74C3052B40}">
      <dgm:prSet/>
      <dgm:spPr/>
      <dgm:t>
        <a:bodyPr/>
        <a:lstStyle/>
        <a:p>
          <a:endParaRPr lang="en-US"/>
        </a:p>
      </dgm:t>
    </dgm:pt>
    <dgm:pt modelId="{529013B6-8B0E-438C-8B8C-3F5D7E7C7C22}" type="sibTrans" cxnId="{2B3CED6D-EA9A-46CF-839A-BC74C3052B40}">
      <dgm:prSet/>
      <dgm:spPr/>
      <dgm:t>
        <a:bodyPr/>
        <a:lstStyle/>
        <a:p>
          <a:endParaRPr lang="en-US"/>
        </a:p>
      </dgm:t>
    </dgm:pt>
    <dgm:pt modelId="{E9C22AB1-4790-3A43-B146-418D586314CC}" type="pres">
      <dgm:prSet presAssocID="{F3CAA88B-20FB-42B1-B8E6-00720C1F19AF}" presName="diagram" presStyleCnt="0">
        <dgm:presLayoutVars>
          <dgm:dir/>
          <dgm:resizeHandles val="exact"/>
        </dgm:presLayoutVars>
      </dgm:prSet>
      <dgm:spPr/>
    </dgm:pt>
    <dgm:pt modelId="{9104DD2E-03B9-1141-8ABF-D20616F7959A}" type="pres">
      <dgm:prSet presAssocID="{81EC1FA9-5A18-4E31-98F4-5016982A7C0D}" presName="arrow" presStyleLbl="node1" presStyleIdx="0" presStyleCnt="4">
        <dgm:presLayoutVars>
          <dgm:bulletEnabled val="1"/>
        </dgm:presLayoutVars>
      </dgm:prSet>
      <dgm:spPr/>
    </dgm:pt>
    <dgm:pt modelId="{FAE6F7A0-5556-7742-B9A5-61C22A7F8EF3}" type="pres">
      <dgm:prSet presAssocID="{4F092F2B-DEFB-4A84-B750-AA51EAA79AF3}" presName="arrow" presStyleLbl="node1" presStyleIdx="1" presStyleCnt="4">
        <dgm:presLayoutVars>
          <dgm:bulletEnabled val="1"/>
        </dgm:presLayoutVars>
      </dgm:prSet>
      <dgm:spPr/>
    </dgm:pt>
    <dgm:pt modelId="{3B05B444-4B51-B842-B486-EE08903A2BF7}" type="pres">
      <dgm:prSet presAssocID="{2DC4ABCC-6150-4E74-B23A-80A674CC9FDC}" presName="arrow" presStyleLbl="node1" presStyleIdx="2" presStyleCnt="4">
        <dgm:presLayoutVars>
          <dgm:bulletEnabled val="1"/>
        </dgm:presLayoutVars>
      </dgm:prSet>
      <dgm:spPr/>
    </dgm:pt>
    <dgm:pt modelId="{621D680A-E8CA-514B-A283-11DEA1CE370C}" type="pres">
      <dgm:prSet presAssocID="{1FDA5160-648E-4956-ADAD-A0AA592DC42F}" presName="arrow" presStyleLbl="node1" presStyleIdx="3" presStyleCnt="4">
        <dgm:presLayoutVars>
          <dgm:bulletEnabled val="1"/>
        </dgm:presLayoutVars>
      </dgm:prSet>
      <dgm:spPr/>
    </dgm:pt>
  </dgm:ptLst>
  <dgm:cxnLst>
    <dgm:cxn modelId="{FC61CF0C-FFEC-CE41-8875-E21BC32E448D}" type="presOf" srcId="{1FDA5160-648E-4956-ADAD-A0AA592DC42F}" destId="{621D680A-E8CA-514B-A283-11DEA1CE370C}" srcOrd="0" destOrd="0" presId="urn:microsoft.com/office/officeart/2005/8/layout/arrow5"/>
    <dgm:cxn modelId="{D1937C13-6925-47A3-A1CB-29F23C14A253}" srcId="{F3CAA88B-20FB-42B1-B8E6-00720C1F19AF}" destId="{2DC4ABCC-6150-4E74-B23A-80A674CC9FDC}" srcOrd="2" destOrd="0" parTransId="{7551170F-B2A6-4CD9-AEE0-CBD2F1D81409}" sibTransId="{2E19AB56-03EC-4073-9E35-115B08DAC930}"/>
    <dgm:cxn modelId="{1353BE17-C867-0342-8A3A-4C7B1D6452B5}" type="presOf" srcId="{2DC4ABCC-6150-4E74-B23A-80A674CC9FDC}" destId="{3B05B444-4B51-B842-B486-EE08903A2BF7}" srcOrd="0" destOrd="0" presId="urn:microsoft.com/office/officeart/2005/8/layout/arrow5"/>
    <dgm:cxn modelId="{FBAC912F-A440-4FDB-954B-CFB50048F978}" srcId="{F3CAA88B-20FB-42B1-B8E6-00720C1F19AF}" destId="{81EC1FA9-5A18-4E31-98F4-5016982A7C0D}" srcOrd="0" destOrd="0" parTransId="{E68A7F17-82ED-4367-8ACF-3304CA90E7C6}" sibTransId="{7F5970A1-D1D2-4BF5-A8C0-654720579903}"/>
    <dgm:cxn modelId="{2B3CED6D-EA9A-46CF-839A-BC74C3052B40}" srcId="{F3CAA88B-20FB-42B1-B8E6-00720C1F19AF}" destId="{1FDA5160-648E-4956-ADAD-A0AA592DC42F}" srcOrd="3" destOrd="0" parTransId="{A54DE457-0EDB-4D09-836E-49241F4F01C0}" sibTransId="{529013B6-8B0E-438C-8B8C-3F5D7E7C7C22}"/>
    <dgm:cxn modelId="{0B2D1254-9D3D-491F-A46B-F14A38E7A268}" srcId="{F3CAA88B-20FB-42B1-B8E6-00720C1F19AF}" destId="{4F092F2B-DEFB-4A84-B750-AA51EAA79AF3}" srcOrd="1" destOrd="0" parTransId="{8AABF538-7306-438B-9F6A-E9B1A780AF11}" sibTransId="{7C065411-65EE-4399-876C-959A333EA084}"/>
    <dgm:cxn modelId="{94B2F093-3D9F-0041-97F9-D32661DDED6B}" type="presOf" srcId="{4F092F2B-DEFB-4A84-B750-AA51EAA79AF3}" destId="{FAE6F7A0-5556-7742-B9A5-61C22A7F8EF3}" srcOrd="0" destOrd="0" presId="urn:microsoft.com/office/officeart/2005/8/layout/arrow5"/>
    <dgm:cxn modelId="{3453EE94-E4A0-0246-B788-AC612C698BBA}" type="presOf" srcId="{F3CAA88B-20FB-42B1-B8E6-00720C1F19AF}" destId="{E9C22AB1-4790-3A43-B146-418D586314CC}" srcOrd="0" destOrd="0" presId="urn:microsoft.com/office/officeart/2005/8/layout/arrow5"/>
    <dgm:cxn modelId="{A6364DEB-AD28-6B46-8339-FEF370E8AEAF}" type="presOf" srcId="{81EC1FA9-5A18-4E31-98F4-5016982A7C0D}" destId="{9104DD2E-03B9-1141-8ABF-D20616F7959A}" srcOrd="0" destOrd="0" presId="urn:microsoft.com/office/officeart/2005/8/layout/arrow5"/>
    <dgm:cxn modelId="{2A47CE3A-C8B3-2942-B9DF-F0D0E439B36B}" type="presParOf" srcId="{E9C22AB1-4790-3A43-B146-418D586314CC}" destId="{9104DD2E-03B9-1141-8ABF-D20616F7959A}" srcOrd="0" destOrd="0" presId="urn:microsoft.com/office/officeart/2005/8/layout/arrow5"/>
    <dgm:cxn modelId="{6207E477-B4DA-1C4B-B87F-F1F52131CFB4}" type="presParOf" srcId="{E9C22AB1-4790-3A43-B146-418D586314CC}" destId="{FAE6F7A0-5556-7742-B9A5-61C22A7F8EF3}" srcOrd="1" destOrd="0" presId="urn:microsoft.com/office/officeart/2005/8/layout/arrow5"/>
    <dgm:cxn modelId="{9D7DCA01-2031-4440-9F87-92D6E85962B4}" type="presParOf" srcId="{E9C22AB1-4790-3A43-B146-418D586314CC}" destId="{3B05B444-4B51-B842-B486-EE08903A2BF7}" srcOrd="2" destOrd="0" presId="urn:microsoft.com/office/officeart/2005/8/layout/arrow5"/>
    <dgm:cxn modelId="{9E3ADB78-E79E-6B4A-B677-9B351CD353B4}" type="presParOf" srcId="{E9C22AB1-4790-3A43-B146-418D586314CC}" destId="{621D680A-E8CA-514B-A283-11DEA1CE370C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3666680-1B42-4F05-AF38-B484600F6C72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2A2319F-CB34-4C5B-A74F-95A92C29E829}">
      <dgm:prSet/>
      <dgm:spPr/>
      <dgm:t>
        <a:bodyPr/>
        <a:lstStyle/>
        <a:p>
          <a:r>
            <a:rPr lang="en-US"/>
            <a:t>Tweet ETS results:</a:t>
          </a:r>
        </a:p>
      </dgm:t>
    </dgm:pt>
    <dgm:pt modelId="{C614342A-7EF7-4C00-BD13-54F83E38D2FA}" type="parTrans" cxnId="{1374A85C-0404-4C88-80FB-67BEEC30C227}">
      <dgm:prSet/>
      <dgm:spPr/>
      <dgm:t>
        <a:bodyPr/>
        <a:lstStyle/>
        <a:p>
          <a:endParaRPr lang="en-US"/>
        </a:p>
      </dgm:t>
    </dgm:pt>
    <dgm:pt modelId="{CCD1FE04-55F9-4F9C-B824-4703EB2184D3}" type="sibTrans" cxnId="{1374A85C-0404-4C88-80FB-67BEEC30C227}">
      <dgm:prSet/>
      <dgm:spPr/>
      <dgm:t>
        <a:bodyPr/>
        <a:lstStyle/>
        <a:p>
          <a:endParaRPr lang="en-US"/>
        </a:p>
      </dgm:t>
    </dgm:pt>
    <dgm:pt modelId="{BAD709ED-BAC4-4313-99CE-FF2C41E9A2E0}">
      <dgm:prSet/>
      <dgm:spPr/>
      <dgm:t>
        <a:bodyPr/>
        <a:lstStyle/>
        <a:p>
          <a:r>
            <a:rPr lang="en-US"/>
            <a:t>Volatile pattern</a:t>
          </a:r>
        </a:p>
      </dgm:t>
    </dgm:pt>
    <dgm:pt modelId="{ED217EE7-5739-4B8A-9058-B1BFA473538E}" type="parTrans" cxnId="{F548C5F0-F2A1-4F8A-8D7B-83156ECBA4F1}">
      <dgm:prSet/>
      <dgm:spPr/>
      <dgm:t>
        <a:bodyPr/>
        <a:lstStyle/>
        <a:p>
          <a:endParaRPr lang="en-US"/>
        </a:p>
      </dgm:t>
    </dgm:pt>
    <dgm:pt modelId="{D14BDB7E-FC3F-406A-8AB2-F2110F4FAAD4}" type="sibTrans" cxnId="{F548C5F0-F2A1-4F8A-8D7B-83156ECBA4F1}">
      <dgm:prSet/>
      <dgm:spPr/>
      <dgm:t>
        <a:bodyPr/>
        <a:lstStyle/>
        <a:p>
          <a:endParaRPr lang="en-US"/>
        </a:p>
      </dgm:t>
    </dgm:pt>
    <dgm:pt modelId="{AD6443F9-18B8-4EB1-864E-8C1D992562A1}">
      <dgm:prSet/>
      <dgm:spPr/>
      <dgm:t>
        <a:bodyPr/>
        <a:lstStyle/>
        <a:p>
          <a:r>
            <a:rPr lang="en-US"/>
            <a:t>Very wide forecast intervals</a:t>
          </a:r>
        </a:p>
      </dgm:t>
    </dgm:pt>
    <dgm:pt modelId="{8832CFE5-C3AF-43C9-A8E7-3AE1AA562192}" type="parTrans" cxnId="{A50CEA14-6E42-4CAC-BCEF-484B435832CC}">
      <dgm:prSet/>
      <dgm:spPr/>
      <dgm:t>
        <a:bodyPr/>
        <a:lstStyle/>
        <a:p>
          <a:endParaRPr lang="en-US"/>
        </a:p>
      </dgm:t>
    </dgm:pt>
    <dgm:pt modelId="{CF14E3E8-FB67-4A21-9DA0-D9407179A111}" type="sibTrans" cxnId="{A50CEA14-6E42-4CAC-BCEF-484B435832CC}">
      <dgm:prSet/>
      <dgm:spPr/>
      <dgm:t>
        <a:bodyPr/>
        <a:lstStyle/>
        <a:p>
          <a:endParaRPr lang="en-US"/>
        </a:p>
      </dgm:t>
    </dgm:pt>
    <dgm:pt modelId="{4EA67BDF-F68C-4994-92BE-5063F78B965A}">
      <dgm:prSet/>
      <dgm:spPr/>
      <dgm:t>
        <a:bodyPr/>
        <a:lstStyle/>
        <a:p>
          <a:r>
            <a:rPr lang="en-US"/>
            <a:t>Low predictability</a:t>
          </a:r>
        </a:p>
      </dgm:t>
    </dgm:pt>
    <dgm:pt modelId="{B3C669F0-FBAC-4C51-B3B3-BC80B2393BE0}" type="parTrans" cxnId="{6CF88B31-F73A-458A-926A-B90C3509B025}">
      <dgm:prSet/>
      <dgm:spPr/>
      <dgm:t>
        <a:bodyPr/>
        <a:lstStyle/>
        <a:p>
          <a:endParaRPr lang="en-US"/>
        </a:p>
      </dgm:t>
    </dgm:pt>
    <dgm:pt modelId="{7A3575F8-FAA8-423C-A3BA-C8F27591EBE2}" type="sibTrans" cxnId="{6CF88B31-F73A-458A-926A-B90C3509B025}">
      <dgm:prSet/>
      <dgm:spPr/>
      <dgm:t>
        <a:bodyPr/>
        <a:lstStyle/>
        <a:p>
          <a:endParaRPr lang="en-US"/>
        </a:p>
      </dgm:t>
    </dgm:pt>
    <dgm:pt modelId="{D858BD5E-29C1-4640-A92D-A7C91EF32946}" type="pres">
      <dgm:prSet presAssocID="{D3666680-1B42-4F05-AF38-B484600F6C72}" presName="diagram" presStyleCnt="0">
        <dgm:presLayoutVars>
          <dgm:dir/>
          <dgm:resizeHandles val="exact"/>
        </dgm:presLayoutVars>
      </dgm:prSet>
      <dgm:spPr/>
    </dgm:pt>
    <dgm:pt modelId="{5C49F6D7-86E2-1940-A26B-FF425DCAEAC0}" type="pres">
      <dgm:prSet presAssocID="{D2A2319F-CB34-4C5B-A74F-95A92C29E829}" presName="arrow" presStyleLbl="node1" presStyleIdx="0" presStyleCnt="4">
        <dgm:presLayoutVars>
          <dgm:bulletEnabled val="1"/>
        </dgm:presLayoutVars>
      </dgm:prSet>
      <dgm:spPr/>
    </dgm:pt>
    <dgm:pt modelId="{CE10F68C-93B8-5A40-8FA1-9022C3C4ECA7}" type="pres">
      <dgm:prSet presAssocID="{BAD709ED-BAC4-4313-99CE-FF2C41E9A2E0}" presName="arrow" presStyleLbl="node1" presStyleIdx="1" presStyleCnt="4">
        <dgm:presLayoutVars>
          <dgm:bulletEnabled val="1"/>
        </dgm:presLayoutVars>
      </dgm:prSet>
      <dgm:spPr/>
    </dgm:pt>
    <dgm:pt modelId="{A90911B3-E686-8547-BF28-D92AB150AD3C}" type="pres">
      <dgm:prSet presAssocID="{AD6443F9-18B8-4EB1-864E-8C1D992562A1}" presName="arrow" presStyleLbl="node1" presStyleIdx="2" presStyleCnt="4">
        <dgm:presLayoutVars>
          <dgm:bulletEnabled val="1"/>
        </dgm:presLayoutVars>
      </dgm:prSet>
      <dgm:spPr/>
    </dgm:pt>
    <dgm:pt modelId="{C5634B6F-2A39-914E-BCEA-737B2F892ABB}" type="pres">
      <dgm:prSet presAssocID="{4EA67BDF-F68C-4994-92BE-5063F78B965A}" presName="arrow" presStyleLbl="node1" presStyleIdx="3" presStyleCnt="4">
        <dgm:presLayoutVars>
          <dgm:bulletEnabled val="1"/>
        </dgm:presLayoutVars>
      </dgm:prSet>
      <dgm:spPr/>
    </dgm:pt>
  </dgm:ptLst>
  <dgm:cxnLst>
    <dgm:cxn modelId="{A50CEA14-6E42-4CAC-BCEF-484B435832CC}" srcId="{D3666680-1B42-4F05-AF38-B484600F6C72}" destId="{AD6443F9-18B8-4EB1-864E-8C1D992562A1}" srcOrd="2" destOrd="0" parTransId="{8832CFE5-C3AF-43C9-A8E7-3AE1AA562192}" sibTransId="{CF14E3E8-FB67-4A21-9DA0-D9407179A111}"/>
    <dgm:cxn modelId="{6CF88B31-F73A-458A-926A-B90C3509B025}" srcId="{D3666680-1B42-4F05-AF38-B484600F6C72}" destId="{4EA67BDF-F68C-4994-92BE-5063F78B965A}" srcOrd="3" destOrd="0" parTransId="{B3C669F0-FBAC-4C51-B3B3-BC80B2393BE0}" sibTransId="{7A3575F8-FAA8-423C-A3BA-C8F27591EBE2}"/>
    <dgm:cxn modelId="{6BD2793E-95B5-2B41-90BF-2F6BB9488E16}" type="presOf" srcId="{4EA67BDF-F68C-4994-92BE-5063F78B965A}" destId="{C5634B6F-2A39-914E-BCEA-737B2F892ABB}" srcOrd="0" destOrd="0" presId="urn:microsoft.com/office/officeart/2005/8/layout/arrow5"/>
    <dgm:cxn modelId="{1374A85C-0404-4C88-80FB-67BEEC30C227}" srcId="{D3666680-1B42-4F05-AF38-B484600F6C72}" destId="{D2A2319F-CB34-4C5B-A74F-95A92C29E829}" srcOrd="0" destOrd="0" parTransId="{C614342A-7EF7-4C00-BD13-54F83E38D2FA}" sibTransId="{CCD1FE04-55F9-4F9C-B824-4703EB2184D3}"/>
    <dgm:cxn modelId="{12AB1480-9540-9541-80FD-6E1533C2799E}" type="presOf" srcId="{BAD709ED-BAC4-4313-99CE-FF2C41E9A2E0}" destId="{CE10F68C-93B8-5A40-8FA1-9022C3C4ECA7}" srcOrd="0" destOrd="0" presId="urn:microsoft.com/office/officeart/2005/8/layout/arrow5"/>
    <dgm:cxn modelId="{DBDFFEAC-284A-854F-8901-1AC2CE1BAB8F}" type="presOf" srcId="{D3666680-1B42-4F05-AF38-B484600F6C72}" destId="{D858BD5E-29C1-4640-A92D-A7C91EF32946}" srcOrd="0" destOrd="0" presId="urn:microsoft.com/office/officeart/2005/8/layout/arrow5"/>
    <dgm:cxn modelId="{1F8AD6D4-163B-4849-96E3-F786FAF43C8B}" type="presOf" srcId="{AD6443F9-18B8-4EB1-864E-8C1D992562A1}" destId="{A90911B3-E686-8547-BF28-D92AB150AD3C}" srcOrd="0" destOrd="0" presId="urn:microsoft.com/office/officeart/2005/8/layout/arrow5"/>
    <dgm:cxn modelId="{56BAEBDE-64F0-E64D-A1F7-973B914C8429}" type="presOf" srcId="{D2A2319F-CB34-4C5B-A74F-95A92C29E829}" destId="{5C49F6D7-86E2-1940-A26B-FF425DCAEAC0}" srcOrd="0" destOrd="0" presId="urn:microsoft.com/office/officeart/2005/8/layout/arrow5"/>
    <dgm:cxn modelId="{F548C5F0-F2A1-4F8A-8D7B-83156ECBA4F1}" srcId="{D3666680-1B42-4F05-AF38-B484600F6C72}" destId="{BAD709ED-BAC4-4313-99CE-FF2C41E9A2E0}" srcOrd="1" destOrd="0" parTransId="{ED217EE7-5739-4B8A-9058-B1BFA473538E}" sibTransId="{D14BDB7E-FC3F-406A-8AB2-F2110F4FAAD4}"/>
    <dgm:cxn modelId="{77A36275-D9ED-014F-93DB-5DE70A81097C}" type="presParOf" srcId="{D858BD5E-29C1-4640-A92D-A7C91EF32946}" destId="{5C49F6D7-86E2-1940-A26B-FF425DCAEAC0}" srcOrd="0" destOrd="0" presId="urn:microsoft.com/office/officeart/2005/8/layout/arrow5"/>
    <dgm:cxn modelId="{B87EB647-0354-6047-8290-B73DC55A2CCB}" type="presParOf" srcId="{D858BD5E-29C1-4640-A92D-A7C91EF32946}" destId="{CE10F68C-93B8-5A40-8FA1-9022C3C4ECA7}" srcOrd="1" destOrd="0" presId="urn:microsoft.com/office/officeart/2005/8/layout/arrow5"/>
    <dgm:cxn modelId="{C72E7C2A-56B4-4345-BFC6-B468D33F4910}" type="presParOf" srcId="{D858BD5E-29C1-4640-A92D-A7C91EF32946}" destId="{A90911B3-E686-8547-BF28-D92AB150AD3C}" srcOrd="2" destOrd="0" presId="urn:microsoft.com/office/officeart/2005/8/layout/arrow5"/>
    <dgm:cxn modelId="{E46BFF98-2E90-8647-AC7F-7293402BAC7D}" type="presParOf" srcId="{D858BD5E-29C1-4640-A92D-A7C91EF32946}" destId="{C5634B6F-2A39-914E-BCEA-737B2F892ABB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9368F85-9F74-4016-A20B-7E4EB4A7C3A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15702CE-1A5C-4929-B730-E6A712F36B4E}">
      <dgm:prSet/>
      <dgm:spPr/>
      <dgm:t>
        <a:bodyPr/>
        <a:lstStyle/>
        <a:p>
          <a:r>
            <a:rPr lang="en-US"/>
            <a:t>News provides consistency → better for forecasting</a:t>
          </a:r>
        </a:p>
      </dgm:t>
    </dgm:pt>
    <dgm:pt modelId="{34242714-1906-4EC4-A15A-3D579FBF56AB}" type="parTrans" cxnId="{89E03208-6229-4AEB-87FB-2BB88A72766A}">
      <dgm:prSet/>
      <dgm:spPr/>
      <dgm:t>
        <a:bodyPr/>
        <a:lstStyle/>
        <a:p>
          <a:endParaRPr lang="en-US"/>
        </a:p>
      </dgm:t>
    </dgm:pt>
    <dgm:pt modelId="{4FB39944-EAE6-449E-B689-33FF062C1136}" type="sibTrans" cxnId="{89E03208-6229-4AEB-87FB-2BB88A72766A}">
      <dgm:prSet/>
      <dgm:spPr/>
      <dgm:t>
        <a:bodyPr/>
        <a:lstStyle/>
        <a:p>
          <a:endParaRPr lang="en-US"/>
        </a:p>
      </dgm:t>
    </dgm:pt>
    <dgm:pt modelId="{F680CB36-83D7-4283-A941-13C5C5EE9665}">
      <dgm:prSet/>
      <dgm:spPr/>
      <dgm:t>
        <a:bodyPr/>
        <a:lstStyle/>
        <a:p>
          <a:r>
            <a:rPr lang="en-US"/>
            <a:t>Tweets are reactive → better for detecting real-time shifts</a:t>
          </a:r>
        </a:p>
      </dgm:t>
    </dgm:pt>
    <dgm:pt modelId="{2FFB9591-0A1A-4F75-8A9D-FEB9A2EB42E5}" type="parTrans" cxnId="{EDDE383F-629D-4BA4-A6A2-412D31ED90EB}">
      <dgm:prSet/>
      <dgm:spPr/>
      <dgm:t>
        <a:bodyPr/>
        <a:lstStyle/>
        <a:p>
          <a:endParaRPr lang="en-US"/>
        </a:p>
      </dgm:t>
    </dgm:pt>
    <dgm:pt modelId="{C66F48AB-F2C9-4440-B78A-544C9CAFA4F4}" type="sibTrans" cxnId="{EDDE383F-629D-4BA4-A6A2-412D31ED90EB}">
      <dgm:prSet/>
      <dgm:spPr/>
      <dgm:t>
        <a:bodyPr/>
        <a:lstStyle/>
        <a:p>
          <a:endParaRPr lang="en-US"/>
        </a:p>
      </dgm:t>
    </dgm:pt>
    <dgm:pt modelId="{4EE3C8BE-2F37-4FDB-842D-3BC1B1506BE7}">
      <dgm:prSet/>
      <dgm:spPr/>
      <dgm:t>
        <a:bodyPr/>
        <a:lstStyle/>
        <a:p>
          <a:r>
            <a:rPr lang="en-US"/>
            <a:t>Combining both sources gives a complete sentiment profile</a:t>
          </a:r>
        </a:p>
      </dgm:t>
    </dgm:pt>
    <dgm:pt modelId="{D9B47B73-8639-4D80-8B04-106C61365D83}" type="parTrans" cxnId="{4B760CFE-30CA-41F5-880B-DE55794E2449}">
      <dgm:prSet/>
      <dgm:spPr/>
      <dgm:t>
        <a:bodyPr/>
        <a:lstStyle/>
        <a:p>
          <a:endParaRPr lang="en-US"/>
        </a:p>
      </dgm:t>
    </dgm:pt>
    <dgm:pt modelId="{6998C555-38C8-4185-A1B0-25EF21FE144F}" type="sibTrans" cxnId="{4B760CFE-30CA-41F5-880B-DE55794E2449}">
      <dgm:prSet/>
      <dgm:spPr/>
      <dgm:t>
        <a:bodyPr/>
        <a:lstStyle/>
        <a:p>
          <a:endParaRPr lang="en-US"/>
        </a:p>
      </dgm:t>
    </dgm:pt>
    <dgm:pt modelId="{EB998B3D-A526-42CF-AD77-A15E4609C07A}">
      <dgm:prSet/>
      <dgm:spPr/>
      <dgm:t>
        <a:bodyPr/>
        <a:lstStyle/>
        <a:p>
          <a:r>
            <a:rPr lang="en-US"/>
            <a:t>Forecasts prove stability differences between communication channels</a:t>
          </a:r>
        </a:p>
      </dgm:t>
    </dgm:pt>
    <dgm:pt modelId="{B9C5A40A-349E-48DB-BD3F-76BD03AD9736}" type="parTrans" cxnId="{392702F4-EE52-4A7E-9BF7-102ACCE7BC2F}">
      <dgm:prSet/>
      <dgm:spPr/>
      <dgm:t>
        <a:bodyPr/>
        <a:lstStyle/>
        <a:p>
          <a:endParaRPr lang="en-US"/>
        </a:p>
      </dgm:t>
    </dgm:pt>
    <dgm:pt modelId="{EA666A9F-3C4E-4C51-891D-A504BC1EF715}" type="sibTrans" cxnId="{392702F4-EE52-4A7E-9BF7-102ACCE7BC2F}">
      <dgm:prSet/>
      <dgm:spPr/>
      <dgm:t>
        <a:bodyPr/>
        <a:lstStyle/>
        <a:p>
          <a:endParaRPr lang="en-US"/>
        </a:p>
      </dgm:t>
    </dgm:pt>
    <dgm:pt modelId="{BD3B0361-73A7-9D44-BDF9-BAA02047E18B}" type="pres">
      <dgm:prSet presAssocID="{19368F85-9F74-4016-A20B-7E4EB4A7C3AC}" presName="outerComposite" presStyleCnt="0">
        <dgm:presLayoutVars>
          <dgm:chMax val="5"/>
          <dgm:dir/>
          <dgm:resizeHandles val="exact"/>
        </dgm:presLayoutVars>
      </dgm:prSet>
      <dgm:spPr/>
    </dgm:pt>
    <dgm:pt modelId="{336C38B9-A03E-A546-A09B-AF6D1B402F03}" type="pres">
      <dgm:prSet presAssocID="{19368F85-9F74-4016-A20B-7E4EB4A7C3AC}" presName="dummyMaxCanvas" presStyleCnt="0">
        <dgm:presLayoutVars/>
      </dgm:prSet>
      <dgm:spPr/>
    </dgm:pt>
    <dgm:pt modelId="{6FFA3235-06EC-CC44-967F-ECB6AA933644}" type="pres">
      <dgm:prSet presAssocID="{19368F85-9F74-4016-A20B-7E4EB4A7C3AC}" presName="FourNodes_1" presStyleLbl="node1" presStyleIdx="0" presStyleCnt="4">
        <dgm:presLayoutVars>
          <dgm:bulletEnabled val="1"/>
        </dgm:presLayoutVars>
      </dgm:prSet>
      <dgm:spPr/>
    </dgm:pt>
    <dgm:pt modelId="{07FEAD62-6405-B841-B457-C08E17AF5FB7}" type="pres">
      <dgm:prSet presAssocID="{19368F85-9F74-4016-A20B-7E4EB4A7C3AC}" presName="FourNodes_2" presStyleLbl="node1" presStyleIdx="1" presStyleCnt="4">
        <dgm:presLayoutVars>
          <dgm:bulletEnabled val="1"/>
        </dgm:presLayoutVars>
      </dgm:prSet>
      <dgm:spPr/>
    </dgm:pt>
    <dgm:pt modelId="{3221887E-2F53-FF49-83EB-E4E19DAF1563}" type="pres">
      <dgm:prSet presAssocID="{19368F85-9F74-4016-A20B-7E4EB4A7C3AC}" presName="FourNodes_3" presStyleLbl="node1" presStyleIdx="2" presStyleCnt="4">
        <dgm:presLayoutVars>
          <dgm:bulletEnabled val="1"/>
        </dgm:presLayoutVars>
      </dgm:prSet>
      <dgm:spPr/>
    </dgm:pt>
    <dgm:pt modelId="{BD445AC3-9F6C-D243-9637-87DA91EEB330}" type="pres">
      <dgm:prSet presAssocID="{19368F85-9F74-4016-A20B-7E4EB4A7C3AC}" presName="FourNodes_4" presStyleLbl="node1" presStyleIdx="3" presStyleCnt="4">
        <dgm:presLayoutVars>
          <dgm:bulletEnabled val="1"/>
        </dgm:presLayoutVars>
      </dgm:prSet>
      <dgm:spPr/>
    </dgm:pt>
    <dgm:pt modelId="{04013817-5494-5B4D-9016-65638F9C4FBC}" type="pres">
      <dgm:prSet presAssocID="{19368F85-9F74-4016-A20B-7E4EB4A7C3AC}" presName="FourConn_1-2" presStyleLbl="fgAccFollowNode1" presStyleIdx="0" presStyleCnt="3">
        <dgm:presLayoutVars>
          <dgm:bulletEnabled val="1"/>
        </dgm:presLayoutVars>
      </dgm:prSet>
      <dgm:spPr/>
    </dgm:pt>
    <dgm:pt modelId="{C6575E2E-BC8D-E843-BA30-8C54118B3A53}" type="pres">
      <dgm:prSet presAssocID="{19368F85-9F74-4016-A20B-7E4EB4A7C3AC}" presName="FourConn_2-3" presStyleLbl="fgAccFollowNode1" presStyleIdx="1" presStyleCnt="3">
        <dgm:presLayoutVars>
          <dgm:bulletEnabled val="1"/>
        </dgm:presLayoutVars>
      </dgm:prSet>
      <dgm:spPr/>
    </dgm:pt>
    <dgm:pt modelId="{04D4C8EB-4599-1C46-BFCC-BA705D14F191}" type="pres">
      <dgm:prSet presAssocID="{19368F85-9F74-4016-A20B-7E4EB4A7C3AC}" presName="FourConn_3-4" presStyleLbl="fgAccFollowNode1" presStyleIdx="2" presStyleCnt="3">
        <dgm:presLayoutVars>
          <dgm:bulletEnabled val="1"/>
        </dgm:presLayoutVars>
      </dgm:prSet>
      <dgm:spPr/>
    </dgm:pt>
    <dgm:pt modelId="{106BB274-C4D9-F648-A49C-E315A1DFE7D9}" type="pres">
      <dgm:prSet presAssocID="{19368F85-9F74-4016-A20B-7E4EB4A7C3AC}" presName="FourNodes_1_text" presStyleLbl="node1" presStyleIdx="3" presStyleCnt="4">
        <dgm:presLayoutVars>
          <dgm:bulletEnabled val="1"/>
        </dgm:presLayoutVars>
      </dgm:prSet>
      <dgm:spPr/>
    </dgm:pt>
    <dgm:pt modelId="{F0A2094F-FBAD-6C45-BE30-9C42BB20D270}" type="pres">
      <dgm:prSet presAssocID="{19368F85-9F74-4016-A20B-7E4EB4A7C3AC}" presName="FourNodes_2_text" presStyleLbl="node1" presStyleIdx="3" presStyleCnt="4">
        <dgm:presLayoutVars>
          <dgm:bulletEnabled val="1"/>
        </dgm:presLayoutVars>
      </dgm:prSet>
      <dgm:spPr/>
    </dgm:pt>
    <dgm:pt modelId="{E949CB80-F97C-164B-865A-17D5C1E41890}" type="pres">
      <dgm:prSet presAssocID="{19368F85-9F74-4016-A20B-7E4EB4A7C3AC}" presName="FourNodes_3_text" presStyleLbl="node1" presStyleIdx="3" presStyleCnt="4">
        <dgm:presLayoutVars>
          <dgm:bulletEnabled val="1"/>
        </dgm:presLayoutVars>
      </dgm:prSet>
      <dgm:spPr/>
    </dgm:pt>
    <dgm:pt modelId="{4857C3BE-10CF-1F41-B650-7565D75837B3}" type="pres">
      <dgm:prSet presAssocID="{19368F85-9F74-4016-A20B-7E4EB4A7C3A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9E03208-6229-4AEB-87FB-2BB88A72766A}" srcId="{19368F85-9F74-4016-A20B-7E4EB4A7C3AC}" destId="{C15702CE-1A5C-4929-B730-E6A712F36B4E}" srcOrd="0" destOrd="0" parTransId="{34242714-1906-4EC4-A15A-3D579FBF56AB}" sibTransId="{4FB39944-EAE6-449E-B689-33FF062C1136}"/>
    <dgm:cxn modelId="{F8E12F3A-AA9E-8F43-BA36-598C85115B42}" type="presOf" srcId="{4EE3C8BE-2F37-4FDB-842D-3BC1B1506BE7}" destId="{3221887E-2F53-FF49-83EB-E4E19DAF1563}" srcOrd="0" destOrd="0" presId="urn:microsoft.com/office/officeart/2005/8/layout/vProcess5"/>
    <dgm:cxn modelId="{EDDE383F-629D-4BA4-A6A2-412D31ED90EB}" srcId="{19368F85-9F74-4016-A20B-7E4EB4A7C3AC}" destId="{F680CB36-83D7-4283-A941-13C5C5EE9665}" srcOrd="1" destOrd="0" parTransId="{2FFB9591-0A1A-4F75-8A9D-FEB9A2EB42E5}" sibTransId="{C66F48AB-F2C9-4440-B78A-544C9CAFA4F4}"/>
    <dgm:cxn modelId="{D61E9641-31FA-A84F-AF2F-254964FD2120}" type="presOf" srcId="{4FB39944-EAE6-449E-B689-33FF062C1136}" destId="{04013817-5494-5B4D-9016-65638F9C4FBC}" srcOrd="0" destOrd="0" presId="urn:microsoft.com/office/officeart/2005/8/layout/vProcess5"/>
    <dgm:cxn modelId="{A0F09F44-6645-2447-9661-CC09B36A8CA3}" type="presOf" srcId="{EB998B3D-A526-42CF-AD77-A15E4609C07A}" destId="{4857C3BE-10CF-1F41-B650-7565D75837B3}" srcOrd="1" destOrd="0" presId="urn:microsoft.com/office/officeart/2005/8/layout/vProcess5"/>
    <dgm:cxn modelId="{30E27D46-3B20-B64C-AFC5-0262002D3606}" type="presOf" srcId="{EB998B3D-A526-42CF-AD77-A15E4609C07A}" destId="{BD445AC3-9F6C-D243-9637-87DA91EEB330}" srcOrd="0" destOrd="0" presId="urn:microsoft.com/office/officeart/2005/8/layout/vProcess5"/>
    <dgm:cxn modelId="{8AA56868-A3BE-8E47-BA5F-53C03A56C0D1}" type="presOf" srcId="{F680CB36-83D7-4283-A941-13C5C5EE9665}" destId="{F0A2094F-FBAD-6C45-BE30-9C42BB20D270}" srcOrd="1" destOrd="0" presId="urn:microsoft.com/office/officeart/2005/8/layout/vProcess5"/>
    <dgm:cxn modelId="{9FE4CB81-054F-3F49-8736-885EF83635ED}" type="presOf" srcId="{C15702CE-1A5C-4929-B730-E6A712F36B4E}" destId="{106BB274-C4D9-F648-A49C-E315A1DFE7D9}" srcOrd="1" destOrd="0" presId="urn:microsoft.com/office/officeart/2005/8/layout/vProcess5"/>
    <dgm:cxn modelId="{27983386-C58C-8140-99C7-1E6693593983}" type="presOf" srcId="{6998C555-38C8-4185-A1B0-25EF21FE144F}" destId="{04D4C8EB-4599-1C46-BFCC-BA705D14F191}" srcOrd="0" destOrd="0" presId="urn:microsoft.com/office/officeart/2005/8/layout/vProcess5"/>
    <dgm:cxn modelId="{EC4E16AC-BD9B-2244-A66D-00456DE6A3FF}" type="presOf" srcId="{F680CB36-83D7-4283-A941-13C5C5EE9665}" destId="{07FEAD62-6405-B841-B457-C08E17AF5FB7}" srcOrd="0" destOrd="0" presId="urn:microsoft.com/office/officeart/2005/8/layout/vProcess5"/>
    <dgm:cxn modelId="{D695DCAC-A241-E349-B62E-CA9AE4EF739B}" type="presOf" srcId="{C66F48AB-F2C9-4440-B78A-544C9CAFA4F4}" destId="{C6575E2E-BC8D-E843-BA30-8C54118B3A53}" srcOrd="0" destOrd="0" presId="urn:microsoft.com/office/officeart/2005/8/layout/vProcess5"/>
    <dgm:cxn modelId="{64F62FD5-BB91-C24F-9391-FD2919256F9A}" type="presOf" srcId="{C15702CE-1A5C-4929-B730-E6A712F36B4E}" destId="{6FFA3235-06EC-CC44-967F-ECB6AA933644}" srcOrd="0" destOrd="0" presId="urn:microsoft.com/office/officeart/2005/8/layout/vProcess5"/>
    <dgm:cxn modelId="{769D30ED-6859-8441-A605-9B97E6450641}" type="presOf" srcId="{4EE3C8BE-2F37-4FDB-842D-3BC1B1506BE7}" destId="{E949CB80-F97C-164B-865A-17D5C1E41890}" srcOrd="1" destOrd="0" presId="urn:microsoft.com/office/officeart/2005/8/layout/vProcess5"/>
    <dgm:cxn modelId="{71F07EF2-26F0-9F43-902D-DCD01352C0F9}" type="presOf" srcId="{19368F85-9F74-4016-A20B-7E4EB4A7C3AC}" destId="{BD3B0361-73A7-9D44-BDF9-BAA02047E18B}" srcOrd="0" destOrd="0" presId="urn:microsoft.com/office/officeart/2005/8/layout/vProcess5"/>
    <dgm:cxn modelId="{392702F4-EE52-4A7E-9BF7-102ACCE7BC2F}" srcId="{19368F85-9F74-4016-A20B-7E4EB4A7C3AC}" destId="{EB998B3D-A526-42CF-AD77-A15E4609C07A}" srcOrd="3" destOrd="0" parTransId="{B9C5A40A-349E-48DB-BD3F-76BD03AD9736}" sibTransId="{EA666A9F-3C4E-4C51-891D-A504BC1EF715}"/>
    <dgm:cxn modelId="{4B760CFE-30CA-41F5-880B-DE55794E2449}" srcId="{19368F85-9F74-4016-A20B-7E4EB4A7C3AC}" destId="{4EE3C8BE-2F37-4FDB-842D-3BC1B1506BE7}" srcOrd="2" destOrd="0" parTransId="{D9B47B73-8639-4D80-8B04-106C61365D83}" sibTransId="{6998C555-38C8-4185-A1B0-25EF21FE144F}"/>
    <dgm:cxn modelId="{D7FD70C6-F813-6748-BB3C-D7B88E71D879}" type="presParOf" srcId="{BD3B0361-73A7-9D44-BDF9-BAA02047E18B}" destId="{336C38B9-A03E-A546-A09B-AF6D1B402F03}" srcOrd="0" destOrd="0" presId="urn:microsoft.com/office/officeart/2005/8/layout/vProcess5"/>
    <dgm:cxn modelId="{A0CBA28D-A8ED-D742-8D7F-DD6757D503AB}" type="presParOf" srcId="{BD3B0361-73A7-9D44-BDF9-BAA02047E18B}" destId="{6FFA3235-06EC-CC44-967F-ECB6AA933644}" srcOrd="1" destOrd="0" presId="urn:microsoft.com/office/officeart/2005/8/layout/vProcess5"/>
    <dgm:cxn modelId="{60BC7114-6BA6-7E44-8475-442173CF156B}" type="presParOf" srcId="{BD3B0361-73A7-9D44-BDF9-BAA02047E18B}" destId="{07FEAD62-6405-B841-B457-C08E17AF5FB7}" srcOrd="2" destOrd="0" presId="urn:microsoft.com/office/officeart/2005/8/layout/vProcess5"/>
    <dgm:cxn modelId="{73EAAE0C-D409-6245-8299-4B2F39B8EBE3}" type="presParOf" srcId="{BD3B0361-73A7-9D44-BDF9-BAA02047E18B}" destId="{3221887E-2F53-FF49-83EB-E4E19DAF1563}" srcOrd="3" destOrd="0" presId="urn:microsoft.com/office/officeart/2005/8/layout/vProcess5"/>
    <dgm:cxn modelId="{358A680A-CA58-CE41-A8FE-0840154C0F21}" type="presParOf" srcId="{BD3B0361-73A7-9D44-BDF9-BAA02047E18B}" destId="{BD445AC3-9F6C-D243-9637-87DA91EEB330}" srcOrd="4" destOrd="0" presId="urn:microsoft.com/office/officeart/2005/8/layout/vProcess5"/>
    <dgm:cxn modelId="{0E2982C2-FDB5-6841-920B-03D3C1448D57}" type="presParOf" srcId="{BD3B0361-73A7-9D44-BDF9-BAA02047E18B}" destId="{04013817-5494-5B4D-9016-65638F9C4FBC}" srcOrd="5" destOrd="0" presId="urn:microsoft.com/office/officeart/2005/8/layout/vProcess5"/>
    <dgm:cxn modelId="{2048C7B7-C1EA-0F4B-B339-93CD72029329}" type="presParOf" srcId="{BD3B0361-73A7-9D44-BDF9-BAA02047E18B}" destId="{C6575E2E-BC8D-E843-BA30-8C54118B3A53}" srcOrd="6" destOrd="0" presId="urn:microsoft.com/office/officeart/2005/8/layout/vProcess5"/>
    <dgm:cxn modelId="{54C3C49A-6A4D-1C42-851B-A3724B327B8D}" type="presParOf" srcId="{BD3B0361-73A7-9D44-BDF9-BAA02047E18B}" destId="{04D4C8EB-4599-1C46-BFCC-BA705D14F191}" srcOrd="7" destOrd="0" presId="urn:microsoft.com/office/officeart/2005/8/layout/vProcess5"/>
    <dgm:cxn modelId="{BD88DEFA-4D4B-EF41-94D1-F085296C637A}" type="presParOf" srcId="{BD3B0361-73A7-9D44-BDF9-BAA02047E18B}" destId="{106BB274-C4D9-F648-A49C-E315A1DFE7D9}" srcOrd="8" destOrd="0" presId="urn:microsoft.com/office/officeart/2005/8/layout/vProcess5"/>
    <dgm:cxn modelId="{F041AC95-C4A3-FA40-A199-6A754420D38A}" type="presParOf" srcId="{BD3B0361-73A7-9D44-BDF9-BAA02047E18B}" destId="{F0A2094F-FBAD-6C45-BE30-9C42BB20D270}" srcOrd="9" destOrd="0" presId="urn:microsoft.com/office/officeart/2005/8/layout/vProcess5"/>
    <dgm:cxn modelId="{D08B12C1-AD0B-8649-9796-DE041DD1E2E2}" type="presParOf" srcId="{BD3B0361-73A7-9D44-BDF9-BAA02047E18B}" destId="{E949CB80-F97C-164B-865A-17D5C1E41890}" srcOrd="10" destOrd="0" presId="urn:microsoft.com/office/officeart/2005/8/layout/vProcess5"/>
    <dgm:cxn modelId="{6DF1240D-3577-514B-945E-70F58F88B10E}" type="presParOf" srcId="{BD3B0361-73A7-9D44-BDF9-BAA02047E18B}" destId="{4857C3BE-10CF-1F41-B650-7565D75837B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728486F-3E27-41AD-975A-CB8BF86AA79B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1B57295-AD12-4C62-9D8D-CBA529D0F67F}">
      <dgm:prSet/>
      <dgm:spPr/>
      <dgm:t>
        <a:bodyPr/>
        <a:lstStyle/>
        <a:p>
          <a:r>
            <a:rPr lang="en-US"/>
            <a:t>News = stable, predictable</a:t>
          </a:r>
        </a:p>
      </dgm:t>
    </dgm:pt>
    <dgm:pt modelId="{A0FA17DF-8176-4AD5-815C-E0B317E4781E}" type="parTrans" cxnId="{D2BEC401-6414-447C-B7D5-EA8B0A11602B}">
      <dgm:prSet/>
      <dgm:spPr/>
      <dgm:t>
        <a:bodyPr/>
        <a:lstStyle/>
        <a:p>
          <a:endParaRPr lang="en-US"/>
        </a:p>
      </dgm:t>
    </dgm:pt>
    <dgm:pt modelId="{D6BA025A-72BF-48B0-85DC-D66CB0036898}" type="sibTrans" cxnId="{D2BEC401-6414-447C-B7D5-EA8B0A11602B}">
      <dgm:prSet/>
      <dgm:spPr/>
      <dgm:t>
        <a:bodyPr/>
        <a:lstStyle/>
        <a:p>
          <a:endParaRPr lang="en-US"/>
        </a:p>
      </dgm:t>
    </dgm:pt>
    <dgm:pt modelId="{3A873DA7-B936-4EE6-ABD9-47EE62C5D89D}">
      <dgm:prSet/>
      <dgm:spPr/>
      <dgm:t>
        <a:bodyPr/>
        <a:lstStyle/>
        <a:p>
          <a:r>
            <a:rPr lang="en-US"/>
            <a:t>Tweets = volatile, event-driven</a:t>
          </a:r>
        </a:p>
      </dgm:t>
    </dgm:pt>
    <dgm:pt modelId="{A745245B-A665-4AA8-8D38-F315CEB6E550}" type="parTrans" cxnId="{375A8FB2-2201-4DA4-A96C-4DBA35CC66BC}">
      <dgm:prSet/>
      <dgm:spPr/>
      <dgm:t>
        <a:bodyPr/>
        <a:lstStyle/>
        <a:p>
          <a:endParaRPr lang="en-US"/>
        </a:p>
      </dgm:t>
    </dgm:pt>
    <dgm:pt modelId="{36B8AE71-6CEA-4AA0-A320-BC30178AE9E6}" type="sibTrans" cxnId="{375A8FB2-2201-4DA4-A96C-4DBA35CC66BC}">
      <dgm:prSet/>
      <dgm:spPr/>
      <dgm:t>
        <a:bodyPr/>
        <a:lstStyle/>
        <a:p>
          <a:endParaRPr lang="en-US"/>
        </a:p>
      </dgm:t>
    </dgm:pt>
    <dgm:pt modelId="{A2FE2AF2-C456-48D5-9067-B61EB05C4511}">
      <dgm:prSet/>
      <dgm:spPr/>
      <dgm:t>
        <a:bodyPr/>
        <a:lstStyle/>
        <a:p>
          <a:r>
            <a:rPr lang="en-US"/>
            <a:t>Industries respond differently</a:t>
          </a:r>
        </a:p>
      </dgm:t>
    </dgm:pt>
    <dgm:pt modelId="{FF6340F9-F060-440D-9B5F-CAAF9F02036E}" type="parTrans" cxnId="{F97B47E4-DFA3-4C49-BC10-F8B6FBBE35C8}">
      <dgm:prSet/>
      <dgm:spPr/>
      <dgm:t>
        <a:bodyPr/>
        <a:lstStyle/>
        <a:p>
          <a:endParaRPr lang="en-US"/>
        </a:p>
      </dgm:t>
    </dgm:pt>
    <dgm:pt modelId="{4CF95226-28C5-4B3F-97BA-929693539718}" type="sibTrans" cxnId="{F97B47E4-DFA3-4C49-BC10-F8B6FBBE35C8}">
      <dgm:prSet/>
      <dgm:spPr/>
      <dgm:t>
        <a:bodyPr/>
        <a:lstStyle/>
        <a:p>
          <a:endParaRPr lang="en-US"/>
        </a:p>
      </dgm:t>
    </dgm:pt>
    <dgm:pt modelId="{0B48D90D-97DE-4F52-8582-68F4C5C394AE}">
      <dgm:prSet/>
      <dgm:spPr/>
      <dgm:t>
        <a:bodyPr/>
        <a:lstStyle/>
        <a:p>
          <a:r>
            <a:rPr lang="en-US"/>
            <a:t>Public sentiment fluctuates faster than media reporting</a:t>
          </a:r>
        </a:p>
      </dgm:t>
    </dgm:pt>
    <dgm:pt modelId="{A7FF1584-D9C3-443C-A0DF-1A9EE1D3755E}" type="parTrans" cxnId="{494A7480-A674-4456-BCD6-2433A316BB0D}">
      <dgm:prSet/>
      <dgm:spPr/>
      <dgm:t>
        <a:bodyPr/>
        <a:lstStyle/>
        <a:p>
          <a:endParaRPr lang="en-US"/>
        </a:p>
      </dgm:t>
    </dgm:pt>
    <dgm:pt modelId="{94089A8D-3D24-449B-A2F1-F23568C85FED}" type="sibTrans" cxnId="{494A7480-A674-4456-BCD6-2433A316BB0D}">
      <dgm:prSet/>
      <dgm:spPr/>
      <dgm:t>
        <a:bodyPr/>
        <a:lstStyle/>
        <a:p>
          <a:endParaRPr lang="en-US"/>
        </a:p>
      </dgm:t>
    </dgm:pt>
    <dgm:pt modelId="{0EB2F78A-6153-8D43-B089-ADB2D1D52CEF}" type="pres">
      <dgm:prSet presAssocID="{9728486F-3E27-41AD-975A-CB8BF86AA79B}" presName="vert0" presStyleCnt="0">
        <dgm:presLayoutVars>
          <dgm:dir/>
          <dgm:animOne val="branch"/>
          <dgm:animLvl val="lvl"/>
        </dgm:presLayoutVars>
      </dgm:prSet>
      <dgm:spPr/>
    </dgm:pt>
    <dgm:pt modelId="{AE8ACD1E-A4DD-154D-B138-78D573BDF814}" type="pres">
      <dgm:prSet presAssocID="{F1B57295-AD12-4C62-9D8D-CBA529D0F67F}" presName="thickLine" presStyleLbl="alignNode1" presStyleIdx="0" presStyleCnt="4"/>
      <dgm:spPr/>
    </dgm:pt>
    <dgm:pt modelId="{C5C29FF9-B4D8-2947-A173-BBE380AEB6C8}" type="pres">
      <dgm:prSet presAssocID="{F1B57295-AD12-4C62-9D8D-CBA529D0F67F}" presName="horz1" presStyleCnt="0"/>
      <dgm:spPr/>
    </dgm:pt>
    <dgm:pt modelId="{CC762076-2BB3-E644-8127-38E26F871CB4}" type="pres">
      <dgm:prSet presAssocID="{F1B57295-AD12-4C62-9D8D-CBA529D0F67F}" presName="tx1" presStyleLbl="revTx" presStyleIdx="0" presStyleCnt="4"/>
      <dgm:spPr/>
    </dgm:pt>
    <dgm:pt modelId="{33737E7B-B204-E847-BCDA-29C0FA0D0053}" type="pres">
      <dgm:prSet presAssocID="{F1B57295-AD12-4C62-9D8D-CBA529D0F67F}" presName="vert1" presStyleCnt="0"/>
      <dgm:spPr/>
    </dgm:pt>
    <dgm:pt modelId="{47128C4A-9D8F-DF43-88A6-53010C7FD647}" type="pres">
      <dgm:prSet presAssocID="{3A873DA7-B936-4EE6-ABD9-47EE62C5D89D}" presName="thickLine" presStyleLbl="alignNode1" presStyleIdx="1" presStyleCnt="4"/>
      <dgm:spPr/>
    </dgm:pt>
    <dgm:pt modelId="{65C75533-DC9C-CC40-8259-C5D0BA1363DC}" type="pres">
      <dgm:prSet presAssocID="{3A873DA7-B936-4EE6-ABD9-47EE62C5D89D}" presName="horz1" presStyleCnt="0"/>
      <dgm:spPr/>
    </dgm:pt>
    <dgm:pt modelId="{FB91134A-4ACD-0441-B52D-BCDE50FB427C}" type="pres">
      <dgm:prSet presAssocID="{3A873DA7-B936-4EE6-ABD9-47EE62C5D89D}" presName="tx1" presStyleLbl="revTx" presStyleIdx="1" presStyleCnt="4"/>
      <dgm:spPr/>
    </dgm:pt>
    <dgm:pt modelId="{117F8A92-DE13-1840-AE89-D8AB1516C9B5}" type="pres">
      <dgm:prSet presAssocID="{3A873DA7-B936-4EE6-ABD9-47EE62C5D89D}" presName="vert1" presStyleCnt="0"/>
      <dgm:spPr/>
    </dgm:pt>
    <dgm:pt modelId="{C8812689-7DC9-9843-8E3D-D58F0AE4DDDB}" type="pres">
      <dgm:prSet presAssocID="{A2FE2AF2-C456-48D5-9067-B61EB05C4511}" presName="thickLine" presStyleLbl="alignNode1" presStyleIdx="2" presStyleCnt="4"/>
      <dgm:spPr/>
    </dgm:pt>
    <dgm:pt modelId="{7F1B03A9-D0D4-1F48-A3CB-C97A26DF0C83}" type="pres">
      <dgm:prSet presAssocID="{A2FE2AF2-C456-48D5-9067-B61EB05C4511}" presName="horz1" presStyleCnt="0"/>
      <dgm:spPr/>
    </dgm:pt>
    <dgm:pt modelId="{8E1B2763-1FFD-9140-8817-3708251FA7AB}" type="pres">
      <dgm:prSet presAssocID="{A2FE2AF2-C456-48D5-9067-B61EB05C4511}" presName="tx1" presStyleLbl="revTx" presStyleIdx="2" presStyleCnt="4"/>
      <dgm:spPr/>
    </dgm:pt>
    <dgm:pt modelId="{568518DF-4DCB-B248-9776-F9417BA52F73}" type="pres">
      <dgm:prSet presAssocID="{A2FE2AF2-C456-48D5-9067-B61EB05C4511}" presName="vert1" presStyleCnt="0"/>
      <dgm:spPr/>
    </dgm:pt>
    <dgm:pt modelId="{A149D5DF-F86D-2A40-9C81-51990E5A4439}" type="pres">
      <dgm:prSet presAssocID="{0B48D90D-97DE-4F52-8582-68F4C5C394AE}" presName="thickLine" presStyleLbl="alignNode1" presStyleIdx="3" presStyleCnt="4"/>
      <dgm:spPr/>
    </dgm:pt>
    <dgm:pt modelId="{AE08EA35-AD45-A54C-9223-1285EA430DCE}" type="pres">
      <dgm:prSet presAssocID="{0B48D90D-97DE-4F52-8582-68F4C5C394AE}" presName="horz1" presStyleCnt="0"/>
      <dgm:spPr/>
    </dgm:pt>
    <dgm:pt modelId="{9054B6D3-ECB7-0B41-866C-A4BF521D2E68}" type="pres">
      <dgm:prSet presAssocID="{0B48D90D-97DE-4F52-8582-68F4C5C394AE}" presName="tx1" presStyleLbl="revTx" presStyleIdx="3" presStyleCnt="4"/>
      <dgm:spPr/>
    </dgm:pt>
    <dgm:pt modelId="{9CF5E539-3E5A-3443-8D3C-3FC1A5E5ADB5}" type="pres">
      <dgm:prSet presAssocID="{0B48D90D-97DE-4F52-8582-68F4C5C394AE}" presName="vert1" presStyleCnt="0"/>
      <dgm:spPr/>
    </dgm:pt>
  </dgm:ptLst>
  <dgm:cxnLst>
    <dgm:cxn modelId="{D2BEC401-6414-447C-B7D5-EA8B0A11602B}" srcId="{9728486F-3E27-41AD-975A-CB8BF86AA79B}" destId="{F1B57295-AD12-4C62-9D8D-CBA529D0F67F}" srcOrd="0" destOrd="0" parTransId="{A0FA17DF-8176-4AD5-815C-E0B317E4781E}" sibTransId="{D6BA025A-72BF-48B0-85DC-D66CB0036898}"/>
    <dgm:cxn modelId="{749CD343-FFF1-BC4D-A614-F289D76503D1}" type="presOf" srcId="{A2FE2AF2-C456-48D5-9067-B61EB05C4511}" destId="{8E1B2763-1FFD-9140-8817-3708251FA7AB}" srcOrd="0" destOrd="0" presId="urn:microsoft.com/office/officeart/2008/layout/LinedList"/>
    <dgm:cxn modelId="{F2CEC34D-0760-1D4C-9787-B0F144884D26}" type="presOf" srcId="{F1B57295-AD12-4C62-9D8D-CBA529D0F67F}" destId="{CC762076-2BB3-E644-8127-38E26F871CB4}" srcOrd="0" destOrd="0" presId="urn:microsoft.com/office/officeart/2008/layout/LinedList"/>
    <dgm:cxn modelId="{494A7480-A674-4456-BCD6-2433A316BB0D}" srcId="{9728486F-3E27-41AD-975A-CB8BF86AA79B}" destId="{0B48D90D-97DE-4F52-8582-68F4C5C394AE}" srcOrd="3" destOrd="0" parTransId="{A7FF1584-D9C3-443C-A0DF-1A9EE1D3755E}" sibTransId="{94089A8D-3D24-449B-A2F1-F23568C85FED}"/>
    <dgm:cxn modelId="{19AFD391-2EC9-8242-94EF-8CAB57E30883}" type="presOf" srcId="{0B48D90D-97DE-4F52-8582-68F4C5C394AE}" destId="{9054B6D3-ECB7-0B41-866C-A4BF521D2E68}" srcOrd="0" destOrd="0" presId="urn:microsoft.com/office/officeart/2008/layout/LinedList"/>
    <dgm:cxn modelId="{8CF34298-0984-2045-B4A1-84B763B2D66D}" type="presOf" srcId="{3A873DA7-B936-4EE6-ABD9-47EE62C5D89D}" destId="{FB91134A-4ACD-0441-B52D-BCDE50FB427C}" srcOrd="0" destOrd="0" presId="urn:microsoft.com/office/officeart/2008/layout/LinedList"/>
    <dgm:cxn modelId="{375A8FB2-2201-4DA4-A96C-4DBA35CC66BC}" srcId="{9728486F-3E27-41AD-975A-CB8BF86AA79B}" destId="{3A873DA7-B936-4EE6-ABD9-47EE62C5D89D}" srcOrd="1" destOrd="0" parTransId="{A745245B-A665-4AA8-8D38-F315CEB6E550}" sibTransId="{36B8AE71-6CEA-4AA0-A320-BC30178AE9E6}"/>
    <dgm:cxn modelId="{D8B7D3C3-A9FD-604A-9335-25756EF65368}" type="presOf" srcId="{9728486F-3E27-41AD-975A-CB8BF86AA79B}" destId="{0EB2F78A-6153-8D43-B089-ADB2D1D52CEF}" srcOrd="0" destOrd="0" presId="urn:microsoft.com/office/officeart/2008/layout/LinedList"/>
    <dgm:cxn modelId="{F97B47E4-DFA3-4C49-BC10-F8B6FBBE35C8}" srcId="{9728486F-3E27-41AD-975A-CB8BF86AA79B}" destId="{A2FE2AF2-C456-48D5-9067-B61EB05C4511}" srcOrd="2" destOrd="0" parTransId="{FF6340F9-F060-440D-9B5F-CAAF9F02036E}" sibTransId="{4CF95226-28C5-4B3F-97BA-929693539718}"/>
    <dgm:cxn modelId="{9F85F4FA-2483-9E42-A933-1614BE80EE70}" type="presParOf" srcId="{0EB2F78A-6153-8D43-B089-ADB2D1D52CEF}" destId="{AE8ACD1E-A4DD-154D-B138-78D573BDF814}" srcOrd="0" destOrd="0" presId="urn:microsoft.com/office/officeart/2008/layout/LinedList"/>
    <dgm:cxn modelId="{7C073F4D-8E9C-E14F-B13B-7BF664644EA2}" type="presParOf" srcId="{0EB2F78A-6153-8D43-B089-ADB2D1D52CEF}" destId="{C5C29FF9-B4D8-2947-A173-BBE380AEB6C8}" srcOrd="1" destOrd="0" presId="urn:microsoft.com/office/officeart/2008/layout/LinedList"/>
    <dgm:cxn modelId="{8B4FCE0A-2749-9F45-815D-3F597D22EC17}" type="presParOf" srcId="{C5C29FF9-B4D8-2947-A173-BBE380AEB6C8}" destId="{CC762076-2BB3-E644-8127-38E26F871CB4}" srcOrd="0" destOrd="0" presId="urn:microsoft.com/office/officeart/2008/layout/LinedList"/>
    <dgm:cxn modelId="{07F46517-94F8-7D48-8EE0-D530613548AF}" type="presParOf" srcId="{C5C29FF9-B4D8-2947-A173-BBE380AEB6C8}" destId="{33737E7B-B204-E847-BCDA-29C0FA0D0053}" srcOrd="1" destOrd="0" presId="urn:microsoft.com/office/officeart/2008/layout/LinedList"/>
    <dgm:cxn modelId="{0E65FEBC-E73F-A640-BB6B-FA93EE3A2595}" type="presParOf" srcId="{0EB2F78A-6153-8D43-B089-ADB2D1D52CEF}" destId="{47128C4A-9D8F-DF43-88A6-53010C7FD647}" srcOrd="2" destOrd="0" presId="urn:microsoft.com/office/officeart/2008/layout/LinedList"/>
    <dgm:cxn modelId="{CDA781C7-3BB0-E545-B39F-F078135A4006}" type="presParOf" srcId="{0EB2F78A-6153-8D43-B089-ADB2D1D52CEF}" destId="{65C75533-DC9C-CC40-8259-C5D0BA1363DC}" srcOrd="3" destOrd="0" presId="urn:microsoft.com/office/officeart/2008/layout/LinedList"/>
    <dgm:cxn modelId="{6126294E-31B3-C746-824A-D54ADE762B04}" type="presParOf" srcId="{65C75533-DC9C-CC40-8259-C5D0BA1363DC}" destId="{FB91134A-4ACD-0441-B52D-BCDE50FB427C}" srcOrd="0" destOrd="0" presId="urn:microsoft.com/office/officeart/2008/layout/LinedList"/>
    <dgm:cxn modelId="{8581F345-8F9E-5444-AC9F-68614DAC52D6}" type="presParOf" srcId="{65C75533-DC9C-CC40-8259-C5D0BA1363DC}" destId="{117F8A92-DE13-1840-AE89-D8AB1516C9B5}" srcOrd="1" destOrd="0" presId="urn:microsoft.com/office/officeart/2008/layout/LinedList"/>
    <dgm:cxn modelId="{F76EA660-BB12-6E4A-A090-A1222C32F7DC}" type="presParOf" srcId="{0EB2F78A-6153-8D43-B089-ADB2D1D52CEF}" destId="{C8812689-7DC9-9843-8E3D-D58F0AE4DDDB}" srcOrd="4" destOrd="0" presId="urn:microsoft.com/office/officeart/2008/layout/LinedList"/>
    <dgm:cxn modelId="{E38456DA-1676-AB42-A1BC-2530F12361E7}" type="presParOf" srcId="{0EB2F78A-6153-8D43-B089-ADB2D1D52CEF}" destId="{7F1B03A9-D0D4-1F48-A3CB-C97A26DF0C83}" srcOrd="5" destOrd="0" presId="urn:microsoft.com/office/officeart/2008/layout/LinedList"/>
    <dgm:cxn modelId="{F616D4B3-3C35-1D4F-9ED7-F31BDCCD9854}" type="presParOf" srcId="{7F1B03A9-D0D4-1F48-A3CB-C97A26DF0C83}" destId="{8E1B2763-1FFD-9140-8817-3708251FA7AB}" srcOrd="0" destOrd="0" presId="urn:microsoft.com/office/officeart/2008/layout/LinedList"/>
    <dgm:cxn modelId="{FFF83AB6-31FD-8941-B124-46D7A4F5BDE4}" type="presParOf" srcId="{7F1B03A9-D0D4-1F48-A3CB-C97A26DF0C83}" destId="{568518DF-4DCB-B248-9776-F9417BA52F73}" srcOrd="1" destOrd="0" presId="urn:microsoft.com/office/officeart/2008/layout/LinedList"/>
    <dgm:cxn modelId="{D7EA3BDC-4D8A-4041-A00B-05801A09FAE9}" type="presParOf" srcId="{0EB2F78A-6153-8D43-B089-ADB2D1D52CEF}" destId="{A149D5DF-F86D-2A40-9C81-51990E5A4439}" srcOrd="6" destOrd="0" presId="urn:microsoft.com/office/officeart/2008/layout/LinedList"/>
    <dgm:cxn modelId="{72639A3D-9303-1B4C-B286-BC84F262A13F}" type="presParOf" srcId="{0EB2F78A-6153-8D43-B089-ADB2D1D52CEF}" destId="{AE08EA35-AD45-A54C-9223-1285EA430DCE}" srcOrd="7" destOrd="0" presId="urn:microsoft.com/office/officeart/2008/layout/LinedList"/>
    <dgm:cxn modelId="{71A0ADCF-4196-9446-9E50-CCF1D7B22AA5}" type="presParOf" srcId="{AE08EA35-AD45-A54C-9223-1285EA430DCE}" destId="{9054B6D3-ECB7-0B41-866C-A4BF521D2E68}" srcOrd="0" destOrd="0" presId="urn:microsoft.com/office/officeart/2008/layout/LinedList"/>
    <dgm:cxn modelId="{A8BADA77-98FA-EB49-8443-92224220F07C}" type="presParOf" srcId="{AE08EA35-AD45-A54C-9223-1285EA430DCE}" destId="{9CF5E539-3E5A-3443-8D3C-3FC1A5E5ADB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6DB751-84A9-4C2D-AB0A-31D8085B3220}">
      <dsp:nvSpPr>
        <dsp:cNvPr id="0" name=""/>
        <dsp:cNvSpPr/>
      </dsp:nvSpPr>
      <dsp:spPr>
        <a:xfrm>
          <a:off x="996107" y="103019"/>
          <a:ext cx="754097" cy="75409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3987C-8E9D-4E1F-9243-96727772B529}">
      <dsp:nvSpPr>
        <dsp:cNvPr id="0" name=""/>
        <dsp:cNvSpPr/>
      </dsp:nvSpPr>
      <dsp:spPr>
        <a:xfrm>
          <a:off x="1154468" y="261380"/>
          <a:ext cx="437376" cy="4373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E0B345-90EA-4ED1-8455-9D4703434755}">
      <dsp:nvSpPr>
        <dsp:cNvPr id="0" name=""/>
        <dsp:cNvSpPr/>
      </dsp:nvSpPr>
      <dsp:spPr>
        <a:xfrm>
          <a:off x="1911797" y="103019"/>
          <a:ext cx="1777514" cy="754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Two datasets from AWS DB1:</a:t>
          </a:r>
        </a:p>
      </dsp:txBody>
      <dsp:txXfrm>
        <a:off x="1911797" y="103019"/>
        <a:ext cx="1777514" cy="754097"/>
      </dsp:txXfrm>
    </dsp:sp>
    <dsp:sp modelId="{B10C055D-3A72-4514-8880-119CBB944C3F}">
      <dsp:nvSpPr>
        <dsp:cNvPr id="0" name=""/>
        <dsp:cNvSpPr/>
      </dsp:nvSpPr>
      <dsp:spPr>
        <a:xfrm>
          <a:off x="3999030" y="103019"/>
          <a:ext cx="754097" cy="75409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A3770C-6581-41BD-BEA2-36E4954FDC81}">
      <dsp:nvSpPr>
        <dsp:cNvPr id="0" name=""/>
        <dsp:cNvSpPr/>
      </dsp:nvSpPr>
      <dsp:spPr>
        <a:xfrm>
          <a:off x="4157390" y="261380"/>
          <a:ext cx="437376" cy="4373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A27E5-C3C7-463B-A2D3-CDD2B3F7531E}">
      <dsp:nvSpPr>
        <dsp:cNvPr id="0" name=""/>
        <dsp:cNvSpPr/>
      </dsp:nvSpPr>
      <dsp:spPr>
        <a:xfrm>
          <a:off x="4914719" y="103019"/>
          <a:ext cx="1777514" cy="754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Financial News (2019–2020)</a:t>
          </a:r>
        </a:p>
      </dsp:txBody>
      <dsp:txXfrm>
        <a:off x="4914719" y="103019"/>
        <a:ext cx="1777514" cy="754097"/>
      </dsp:txXfrm>
    </dsp:sp>
    <dsp:sp modelId="{72B575DA-5FEE-4105-AF87-E240EB8B7AFC}">
      <dsp:nvSpPr>
        <dsp:cNvPr id="0" name=""/>
        <dsp:cNvSpPr/>
      </dsp:nvSpPr>
      <dsp:spPr>
        <a:xfrm>
          <a:off x="7001952" y="103019"/>
          <a:ext cx="754097" cy="75409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DDBA5-7B1B-48CB-9013-611B8C5DF346}">
      <dsp:nvSpPr>
        <dsp:cNvPr id="0" name=""/>
        <dsp:cNvSpPr/>
      </dsp:nvSpPr>
      <dsp:spPr>
        <a:xfrm>
          <a:off x="7160313" y="261380"/>
          <a:ext cx="437376" cy="4373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75EA5-D3B1-4387-8757-0A259639416F}">
      <dsp:nvSpPr>
        <dsp:cNvPr id="0" name=""/>
        <dsp:cNvSpPr/>
      </dsp:nvSpPr>
      <dsp:spPr>
        <a:xfrm>
          <a:off x="7917642" y="103019"/>
          <a:ext cx="1777514" cy="754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Tweets (2021–2022)</a:t>
          </a:r>
        </a:p>
      </dsp:txBody>
      <dsp:txXfrm>
        <a:off x="7917642" y="103019"/>
        <a:ext cx="1777514" cy="754097"/>
      </dsp:txXfrm>
    </dsp:sp>
    <dsp:sp modelId="{B6A4B5CF-7B80-48DE-ADE6-552F5D6BA4E1}">
      <dsp:nvSpPr>
        <dsp:cNvPr id="0" name=""/>
        <dsp:cNvSpPr/>
      </dsp:nvSpPr>
      <dsp:spPr>
        <a:xfrm>
          <a:off x="996107" y="1492899"/>
          <a:ext cx="754097" cy="75409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68918C-023B-4ECA-8364-4A6B6AD8E521}">
      <dsp:nvSpPr>
        <dsp:cNvPr id="0" name=""/>
        <dsp:cNvSpPr/>
      </dsp:nvSpPr>
      <dsp:spPr>
        <a:xfrm>
          <a:off x="1154468" y="1651259"/>
          <a:ext cx="437376" cy="4373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5FFD7-728F-42EE-A096-20F66128D9B8}">
      <dsp:nvSpPr>
        <dsp:cNvPr id="0" name=""/>
        <dsp:cNvSpPr/>
      </dsp:nvSpPr>
      <dsp:spPr>
        <a:xfrm>
          <a:off x="1911797" y="1492899"/>
          <a:ext cx="1777514" cy="754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Industries Covered:</a:t>
          </a:r>
        </a:p>
      </dsp:txBody>
      <dsp:txXfrm>
        <a:off x="1911797" y="1492899"/>
        <a:ext cx="1777514" cy="754097"/>
      </dsp:txXfrm>
    </dsp:sp>
    <dsp:sp modelId="{C96039B3-9242-4EFF-997F-1D143E85942F}">
      <dsp:nvSpPr>
        <dsp:cNvPr id="0" name=""/>
        <dsp:cNvSpPr/>
      </dsp:nvSpPr>
      <dsp:spPr>
        <a:xfrm>
          <a:off x="3999030" y="1492899"/>
          <a:ext cx="754097" cy="75409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56A43-CDFA-4791-8098-C96F0EC54001}">
      <dsp:nvSpPr>
        <dsp:cNvPr id="0" name=""/>
        <dsp:cNvSpPr/>
      </dsp:nvSpPr>
      <dsp:spPr>
        <a:xfrm>
          <a:off x="4157390" y="1651259"/>
          <a:ext cx="437376" cy="4373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F292B-1C36-41E1-80E4-A8F250F4C8EF}">
      <dsp:nvSpPr>
        <dsp:cNvPr id="0" name=""/>
        <dsp:cNvSpPr/>
      </dsp:nvSpPr>
      <dsp:spPr>
        <a:xfrm>
          <a:off x="4914719" y="1492899"/>
          <a:ext cx="1777514" cy="754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Tech (AAPL, MSFT, TSLA, GOOG)</a:t>
          </a:r>
        </a:p>
      </dsp:txBody>
      <dsp:txXfrm>
        <a:off x="4914719" y="1492899"/>
        <a:ext cx="1777514" cy="754097"/>
      </dsp:txXfrm>
    </dsp:sp>
    <dsp:sp modelId="{29D00E7A-E7DC-4D3D-9C21-89B63131E223}">
      <dsp:nvSpPr>
        <dsp:cNvPr id="0" name=""/>
        <dsp:cNvSpPr/>
      </dsp:nvSpPr>
      <dsp:spPr>
        <a:xfrm>
          <a:off x="7001952" y="1492899"/>
          <a:ext cx="754097" cy="75409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5BBA84-27D9-47D8-AAE3-697878042C16}">
      <dsp:nvSpPr>
        <dsp:cNvPr id="0" name=""/>
        <dsp:cNvSpPr/>
      </dsp:nvSpPr>
      <dsp:spPr>
        <a:xfrm>
          <a:off x="7160313" y="1651259"/>
          <a:ext cx="437376" cy="43737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F20A81-FD3D-4F39-99DF-FA893E8EE11A}">
      <dsp:nvSpPr>
        <dsp:cNvPr id="0" name=""/>
        <dsp:cNvSpPr/>
      </dsp:nvSpPr>
      <dsp:spPr>
        <a:xfrm>
          <a:off x="7917642" y="1492899"/>
          <a:ext cx="1777514" cy="754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Retail (Walmart, Amazon, McDonald's)</a:t>
          </a:r>
        </a:p>
      </dsp:txBody>
      <dsp:txXfrm>
        <a:off x="7917642" y="1492899"/>
        <a:ext cx="1777514" cy="754097"/>
      </dsp:txXfrm>
    </dsp:sp>
    <dsp:sp modelId="{A41063EC-47E5-46CF-AF1D-313302BD48B5}">
      <dsp:nvSpPr>
        <dsp:cNvPr id="0" name=""/>
        <dsp:cNvSpPr/>
      </dsp:nvSpPr>
      <dsp:spPr>
        <a:xfrm>
          <a:off x="996107" y="2882778"/>
          <a:ext cx="754097" cy="75409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6511D9-9EFF-4B6E-B06A-31304260B3EB}">
      <dsp:nvSpPr>
        <dsp:cNvPr id="0" name=""/>
        <dsp:cNvSpPr/>
      </dsp:nvSpPr>
      <dsp:spPr>
        <a:xfrm>
          <a:off x="1154468" y="3041139"/>
          <a:ext cx="437376" cy="43737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AAEBE-199C-48D0-9000-5D7CCA1E9B68}">
      <dsp:nvSpPr>
        <dsp:cNvPr id="0" name=""/>
        <dsp:cNvSpPr/>
      </dsp:nvSpPr>
      <dsp:spPr>
        <a:xfrm>
          <a:off x="1911797" y="2882778"/>
          <a:ext cx="1777514" cy="754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Healthcare (CVS, J&amp;J)</a:t>
          </a:r>
        </a:p>
      </dsp:txBody>
      <dsp:txXfrm>
        <a:off x="1911797" y="2882778"/>
        <a:ext cx="1777514" cy="754097"/>
      </dsp:txXfrm>
    </dsp:sp>
    <dsp:sp modelId="{3B18C18D-8AC0-48FB-80CB-FC9D3C6F94B2}">
      <dsp:nvSpPr>
        <dsp:cNvPr id="0" name=""/>
        <dsp:cNvSpPr/>
      </dsp:nvSpPr>
      <dsp:spPr>
        <a:xfrm>
          <a:off x="3999030" y="2882778"/>
          <a:ext cx="754097" cy="75409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5BBD3C-E832-4326-96B1-EB00B18BD3BA}">
      <dsp:nvSpPr>
        <dsp:cNvPr id="0" name=""/>
        <dsp:cNvSpPr/>
      </dsp:nvSpPr>
      <dsp:spPr>
        <a:xfrm>
          <a:off x="4157390" y="3041139"/>
          <a:ext cx="437376" cy="437376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9343F-25EF-476C-996C-04F744508703}">
      <dsp:nvSpPr>
        <dsp:cNvPr id="0" name=""/>
        <dsp:cNvSpPr/>
      </dsp:nvSpPr>
      <dsp:spPr>
        <a:xfrm>
          <a:off x="4914719" y="2882778"/>
          <a:ext cx="1777514" cy="754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Finance (Visa, Berkshire Hathaway)</a:t>
          </a:r>
        </a:p>
      </dsp:txBody>
      <dsp:txXfrm>
        <a:off x="4914719" y="2882778"/>
        <a:ext cx="1777514" cy="7540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E6D2FC-C881-A542-9078-216541C904FC}">
      <dsp:nvSpPr>
        <dsp:cNvPr id="0" name=""/>
        <dsp:cNvSpPr/>
      </dsp:nvSpPr>
      <dsp:spPr>
        <a:xfrm>
          <a:off x="1305" y="342997"/>
          <a:ext cx="5089835" cy="30539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SQL (AWS DB1) - data retrieval</a:t>
          </a:r>
        </a:p>
      </dsp:txBody>
      <dsp:txXfrm>
        <a:off x="1305" y="342997"/>
        <a:ext cx="5089835" cy="3053901"/>
      </dsp:txXfrm>
    </dsp:sp>
    <dsp:sp modelId="{EC050F25-9950-FE4F-B58A-D2CE29A0619A}">
      <dsp:nvSpPr>
        <dsp:cNvPr id="0" name=""/>
        <dsp:cNvSpPr/>
      </dsp:nvSpPr>
      <dsp:spPr>
        <a:xfrm>
          <a:off x="5600124" y="342997"/>
          <a:ext cx="5089835" cy="30539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RStudio - main analytics framework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Sentiment scoring (tidytext)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Monthly aggregation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ETS forecasting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ggplot2 visualizations</a:t>
          </a:r>
        </a:p>
      </dsp:txBody>
      <dsp:txXfrm>
        <a:off x="5600124" y="342997"/>
        <a:ext cx="5089835" cy="30539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81E04B-DFEE-D54A-8FA4-88481C0557C7}">
      <dsp:nvSpPr>
        <dsp:cNvPr id="0" name=""/>
        <dsp:cNvSpPr/>
      </dsp:nvSpPr>
      <dsp:spPr>
        <a:xfrm>
          <a:off x="0" y="0"/>
          <a:ext cx="10691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7B06C-2E96-334C-B8AA-AA2AE8041E5C}">
      <dsp:nvSpPr>
        <dsp:cNvPr id="0" name=""/>
        <dsp:cNvSpPr/>
      </dsp:nvSpPr>
      <dsp:spPr>
        <a:xfrm>
          <a:off x="0" y="0"/>
          <a:ext cx="2138253" cy="3739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Step-by-step processing flow:</a:t>
          </a:r>
        </a:p>
      </dsp:txBody>
      <dsp:txXfrm>
        <a:off x="0" y="0"/>
        <a:ext cx="2138253" cy="3739896"/>
      </dsp:txXfrm>
    </dsp:sp>
    <dsp:sp modelId="{15317C0C-F2C4-A047-B90C-C35D3F39E431}">
      <dsp:nvSpPr>
        <dsp:cNvPr id="0" name=""/>
        <dsp:cNvSpPr/>
      </dsp:nvSpPr>
      <dsp:spPr>
        <a:xfrm>
          <a:off x="2298621" y="22118"/>
          <a:ext cx="8392643" cy="442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Import CSV</a:t>
          </a:r>
        </a:p>
      </dsp:txBody>
      <dsp:txXfrm>
        <a:off x="2298621" y="22118"/>
        <a:ext cx="8392643" cy="442377"/>
      </dsp:txXfrm>
    </dsp:sp>
    <dsp:sp modelId="{A5EA6497-F330-7D44-83ED-BC3D575C25D6}">
      <dsp:nvSpPr>
        <dsp:cNvPr id="0" name=""/>
        <dsp:cNvSpPr/>
      </dsp:nvSpPr>
      <dsp:spPr>
        <a:xfrm>
          <a:off x="2138253" y="464496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61947E-2083-DA46-8207-199E3E567835}">
      <dsp:nvSpPr>
        <dsp:cNvPr id="0" name=""/>
        <dsp:cNvSpPr/>
      </dsp:nvSpPr>
      <dsp:spPr>
        <a:xfrm>
          <a:off x="2298621" y="486615"/>
          <a:ext cx="8392643" cy="442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Tokenize text</a:t>
          </a:r>
        </a:p>
      </dsp:txBody>
      <dsp:txXfrm>
        <a:off x="2298621" y="486615"/>
        <a:ext cx="8392643" cy="442377"/>
      </dsp:txXfrm>
    </dsp:sp>
    <dsp:sp modelId="{C1A9CF65-B5F6-1E47-8B77-6B10594FF9E7}">
      <dsp:nvSpPr>
        <dsp:cNvPr id="0" name=""/>
        <dsp:cNvSpPr/>
      </dsp:nvSpPr>
      <dsp:spPr>
        <a:xfrm>
          <a:off x="2138253" y="928993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FCF8D1-3938-F444-A11E-48F3BD5B8D26}">
      <dsp:nvSpPr>
        <dsp:cNvPr id="0" name=""/>
        <dsp:cNvSpPr/>
      </dsp:nvSpPr>
      <dsp:spPr>
        <a:xfrm>
          <a:off x="2298621" y="951112"/>
          <a:ext cx="8392643" cy="442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Join with Bing sentiment lexicon</a:t>
          </a:r>
        </a:p>
      </dsp:txBody>
      <dsp:txXfrm>
        <a:off x="2298621" y="951112"/>
        <a:ext cx="8392643" cy="442377"/>
      </dsp:txXfrm>
    </dsp:sp>
    <dsp:sp modelId="{FE995D4F-988C-884D-807A-CABCE4942A9C}">
      <dsp:nvSpPr>
        <dsp:cNvPr id="0" name=""/>
        <dsp:cNvSpPr/>
      </dsp:nvSpPr>
      <dsp:spPr>
        <a:xfrm>
          <a:off x="2138253" y="1393490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C3F8C5-917C-3746-9429-382D37FCD2A2}">
      <dsp:nvSpPr>
        <dsp:cNvPr id="0" name=""/>
        <dsp:cNvSpPr/>
      </dsp:nvSpPr>
      <dsp:spPr>
        <a:xfrm>
          <a:off x="2298621" y="1415609"/>
          <a:ext cx="8392643" cy="442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Count positive &amp; negative words</a:t>
          </a:r>
        </a:p>
      </dsp:txBody>
      <dsp:txXfrm>
        <a:off x="2298621" y="1415609"/>
        <a:ext cx="8392643" cy="442377"/>
      </dsp:txXfrm>
    </dsp:sp>
    <dsp:sp modelId="{6B16DBFA-8E3B-834F-B883-E2A59ABBB7C9}">
      <dsp:nvSpPr>
        <dsp:cNvPr id="0" name=""/>
        <dsp:cNvSpPr/>
      </dsp:nvSpPr>
      <dsp:spPr>
        <a:xfrm>
          <a:off x="2138253" y="1857986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CE470-1E51-0E4B-8311-5D0110FA5B95}">
      <dsp:nvSpPr>
        <dsp:cNvPr id="0" name=""/>
        <dsp:cNvSpPr/>
      </dsp:nvSpPr>
      <dsp:spPr>
        <a:xfrm>
          <a:off x="2298621" y="1880105"/>
          <a:ext cx="8392643" cy="442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Compute net sentiment</a:t>
          </a:r>
        </a:p>
      </dsp:txBody>
      <dsp:txXfrm>
        <a:off x="2298621" y="1880105"/>
        <a:ext cx="8392643" cy="442377"/>
      </dsp:txXfrm>
    </dsp:sp>
    <dsp:sp modelId="{2C86C103-0538-7146-AC6B-78D2D6AD165E}">
      <dsp:nvSpPr>
        <dsp:cNvPr id="0" name=""/>
        <dsp:cNvSpPr/>
      </dsp:nvSpPr>
      <dsp:spPr>
        <a:xfrm>
          <a:off x="2138253" y="2322483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9EBFAE-F9F4-0D48-8A52-7923B2A38367}">
      <dsp:nvSpPr>
        <dsp:cNvPr id="0" name=""/>
        <dsp:cNvSpPr/>
      </dsp:nvSpPr>
      <dsp:spPr>
        <a:xfrm>
          <a:off x="2298621" y="2344602"/>
          <a:ext cx="8392643" cy="442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Aggregate to monthly data</a:t>
          </a:r>
        </a:p>
      </dsp:txBody>
      <dsp:txXfrm>
        <a:off x="2298621" y="2344602"/>
        <a:ext cx="8392643" cy="442377"/>
      </dsp:txXfrm>
    </dsp:sp>
    <dsp:sp modelId="{59E031EA-DA43-0A41-8BC6-FB25DA003623}">
      <dsp:nvSpPr>
        <dsp:cNvPr id="0" name=""/>
        <dsp:cNvSpPr/>
      </dsp:nvSpPr>
      <dsp:spPr>
        <a:xfrm>
          <a:off x="2138253" y="2786980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5578E4-FA9E-9C4F-8E87-81B34C793F6D}">
      <dsp:nvSpPr>
        <dsp:cNvPr id="0" name=""/>
        <dsp:cNvSpPr/>
      </dsp:nvSpPr>
      <dsp:spPr>
        <a:xfrm>
          <a:off x="2298621" y="2809099"/>
          <a:ext cx="8392643" cy="442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Build ETS models</a:t>
          </a:r>
        </a:p>
      </dsp:txBody>
      <dsp:txXfrm>
        <a:off x="2298621" y="2809099"/>
        <a:ext cx="8392643" cy="442377"/>
      </dsp:txXfrm>
    </dsp:sp>
    <dsp:sp modelId="{D98EC50A-33DB-6142-AFAE-243BFFF18A02}">
      <dsp:nvSpPr>
        <dsp:cNvPr id="0" name=""/>
        <dsp:cNvSpPr/>
      </dsp:nvSpPr>
      <dsp:spPr>
        <a:xfrm>
          <a:off x="2138253" y="3251477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36479C-C6E2-4B4E-AFD2-84E950D186EA}">
      <dsp:nvSpPr>
        <dsp:cNvPr id="0" name=""/>
        <dsp:cNvSpPr/>
      </dsp:nvSpPr>
      <dsp:spPr>
        <a:xfrm>
          <a:off x="2298621" y="3273595"/>
          <a:ext cx="8392643" cy="442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Visualize trends</a:t>
          </a:r>
        </a:p>
      </dsp:txBody>
      <dsp:txXfrm>
        <a:off x="2298621" y="3273595"/>
        <a:ext cx="8392643" cy="442377"/>
      </dsp:txXfrm>
    </dsp:sp>
    <dsp:sp modelId="{784D9A49-B07D-9F44-BC01-49105D78C581}">
      <dsp:nvSpPr>
        <dsp:cNvPr id="0" name=""/>
        <dsp:cNvSpPr/>
      </dsp:nvSpPr>
      <dsp:spPr>
        <a:xfrm>
          <a:off x="2138253" y="3715973"/>
          <a:ext cx="85530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373B7F-21DE-3949-9AF0-ADA15612707E}">
      <dsp:nvSpPr>
        <dsp:cNvPr id="0" name=""/>
        <dsp:cNvSpPr/>
      </dsp:nvSpPr>
      <dsp:spPr>
        <a:xfrm>
          <a:off x="0" y="2700142"/>
          <a:ext cx="7442201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05ED2-AB7D-924F-8306-73E48AFCE302}">
      <dsp:nvSpPr>
        <dsp:cNvPr id="0" name=""/>
        <dsp:cNvSpPr/>
      </dsp:nvSpPr>
      <dsp:spPr>
        <a:xfrm>
          <a:off x="223266" y="1674088"/>
          <a:ext cx="3274568" cy="6480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2019–2020</a:t>
          </a:r>
        </a:p>
      </dsp:txBody>
      <dsp:txXfrm>
        <a:off x="223266" y="1674088"/>
        <a:ext cx="3274568" cy="648034"/>
      </dsp:txXfrm>
    </dsp:sp>
    <dsp:sp modelId="{71643EEA-00BA-AB4E-BBF3-A9313E51ADFC}">
      <dsp:nvSpPr>
        <dsp:cNvPr id="0" name=""/>
        <dsp:cNvSpPr/>
      </dsp:nvSpPr>
      <dsp:spPr>
        <a:xfrm>
          <a:off x="223266" y="653940"/>
          <a:ext cx="3274568" cy="102014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925" tIns="161925" rIns="161925" bIns="161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News Volume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Stable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Narrow range</a:t>
          </a:r>
        </a:p>
      </dsp:txBody>
      <dsp:txXfrm>
        <a:off x="223266" y="653940"/>
        <a:ext cx="3274568" cy="1020147"/>
      </dsp:txXfrm>
    </dsp:sp>
    <dsp:sp modelId="{E8CD3BAD-10B5-A448-86BA-E5472F3D8AE3}">
      <dsp:nvSpPr>
        <dsp:cNvPr id="0" name=""/>
        <dsp:cNvSpPr/>
      </dsp:nvSpPr>
      <dsp:spPr>
        <a:xfrm>
          <a:off x="1860550" y="2322122"/>
          <a:ext cx="0" cy="378019"/>
        </a:xfrm>
        <a:prstGeom prst="line">
          <a:avLst/>
        </a:pr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861877-88EE-8248-8021-E66FB954D322}">
      <dsp:nvSpPr>
        <dsp:cNvPr id="0" name=""/>
        <dsp:cNvSpPr/>
      </dsp:nvSpPr>
      <dsp:spPr>
        <a:xfrm>
          <a:off x="3944366" y="3078161"/>
          <a:ext cx="3274568" cy="6480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2021–2022</a:t>
          </a:r>
        </a:p>
      </dsp:txBody>
      <dsp:txXfrm>
        <a:off x="3944366" y="3078161"/>
        <a:ext cx="3274568" cy="648034"/>
      </dsp:txXfrm>
    </dsp:sp>
    <dsp:sp modelId="{AD727F51-6137-244E-827F-2A8B5BE400D0}">
      <dsp:nvSpPr>
        <dsp:cNvPr id="0" name=""/>
        <dsp:cNvSpPr/>
      </dsp:nvSpPr>
      <dsp:spPr>
        <a:xfrm>
          <a:off x="3944366" y="3726195"/>
          <a:ext cx="3274568" cy="102014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925" tIns="161925" rIns="161925" bIns="161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Tweet Volume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Large spikes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Event-driven surges</a:t>
          </a:r>
        </a:p>
      </dsp:txBody>
      <dsp:txXfrm>
        <a:off x="3944366" y="3726195"/>
        <a:ext cx="3274568" cy="1020147"/>
      </dsp:txXfrm>
    </dsp:sp>
    <dsp:sp modelId="{558586B1-8C88-5D46-BC67-4E1D23A07051}">
      <dsp:nvSpPr>
        <dsp:cNvPr id="0" name=""/>
        <dsp:cNvSpPr/>
      </dsp:nvSpPr>
      <dsp:spPr>
        <a:xfrm>
          <a:off x="5581650" y="2700142"/>
          <a:ext cx="0" cy="378019"/>
        </a:xfrm>
        <a:prstGeom prst="line">
          <a:avLst/>
        </a:pr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1225A3-1C56-4442-8A16-B60DA938413E}">
      <dsp:nvSpPr>
        <dsp:cNvPr id="0" name=""/>
        <dsp:cNvSpPr/>
      </dsp:nvSpPr>
      <dsp:spPr>
        <a:xfrm rot="2700000">
          <a:off x="1818545" y="2658137"/>
          <a:ext cx="84008" cy="840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A33CD-550E-C748-963E-F7B180CE62AA}">
      <dsp:nvSpPr>
        <dsp:cNvPr id="0" name=""/>
        <dsp:cNvSpPr/>
      </dsp:nvSpPr>
      <dsp:spPr>
        <a:xfrm rot="2700000">
          <a:off x="5539646" y="2658137"/>
          <a:ext cx="84008" cy="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74A622-E42C-524A-9F36-32998DFDD5DA}">
      <dsp:nvSpPr>
        <dsp:cNvPr id="0" name=""/>
        <dsp:cNvSpPr/>
      </dsp:nvSpPr>
      <dsp:spPr>
        <a:xfrm>
          <a:off x="0" y="2700142"/>
          <a:ext cx="7442201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99FB63-0808-1047-9B5D-86DF927810FE}">
      <dsp:nvSpPr>
        <dsp:cNvPr id="0" name=""/>
        <dsp:cNvSpPr/>
      </dsp:nvSpPr>
      <dsp:spPr>
        <a:xfrm>
          <a:off x="223266" y="1674088"/>
          <a:ext cx="3274568" cy="6480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2019–2020</a:t>
          </a:r>
        </a:p>
      </dsp:txBody>
      <dsp:txXfrm>
        <a:off x="223266" y="1674088"/>
        <a:ext cx="3274568" cy="648034"/>
      </dsp:txXfrm>
    </dsp:sp>
    <dsp:sp modelId="{85B7C35C-E9E0-394C-A1BD-F5D09906CC13}">
      <dsp:nvSpPr>
        <dsp:cNvPr id="0" name=""/>
        <dsp:cNvSpPr/>
      </dsp:nvSpPr>
      <dsp:spPr>
        <a:xfrm>
          <a:off x="223266" y="490717"/>
          <a:ext cx="3274568" cy="118337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925" tIns="161925" rIns="161925" bIns="161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News Sentiment: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Controlled language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Narrow variation</a:t>
          </a:r>
        </a:p>
      </dsp:txBody>
      <dsp:txXfrm>
        <a:off x="223266" y="490717"/>
        <a:ext cx="3274568" cy="1183370"/>
      </dsp:txXfrm>
    </dsp:sp>
    <dsp:sp modelId="{C2FB8E89-6488-144D-8EB6-49160631ABED}">
      <dsp:nvSpPr>
        <dsp:cNvPr id="0" name=""/>
        <dsp:cNvSpPr/>
      </dsp:nvSpPr>
      <dsp:spPr>
        <a:xfrm>
          <a:off x="1860550" y="2322122"/>
          <a:ext cx="0" cy="378019"/>
        </a:xfrm>
        <a:prstGeom prst="line">
          <a:avLst/>
        </a:pr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E5189B-AC96-FF42-B53A-2B02FD6AF748}">
      <dsp:nvSpPr>
        <dsp:cNvPr id="0" name=""/>
        <dsp:cNvSpPr/>
      </dsp:nvSpPr>
      <dsp:spPr>
        <a:xfrm>
          <a:off x="3944366" y="3078161"/>
          <a:ext cx="3274568" cy="6480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2021–2022</a:t>
          </a:r>
        </a:p>
      </dsp:txBody>
      <dsp:txXfrm>
        <a:off x="3944366" y="3078161"/>
        <a:ext cx="3274568" cy="648034"/>
      </dsp:txXfrm>
    </dsp:sp>
    <dsp:sp modelId="{60ADC234-993A-C542-A25F-1FE4E60EDAEF}">
      <dsp:nvSpPr>
        <dsp:cNvPr id="0" name=""/>
        <dsp:cNvSpPr/>
      </dsp:nvSpPr>
      <dsp:spPr>
        <a:xfrm>
          <a:off x="3944366" y="3726195"/>
          <a:ext cx="3274568" cy="142820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925" tIns="161925" rIns="161925" bIns="16192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Tweet Sentiment: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Emotional reactions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Wide jumps in positivity/negativity</a:t>
          </a:r>
        </a:p>
      </dsp:txBody>
      <dsp:txXfrm>
        <a:off x="3944366" y="3726195"/>
        <a:ext cx="3274568" cy="1428206"/>
      </dsp:txXfrm>
    </dsp:sp>
    <dsp:sp modelId="{55815C32-CAB6-8342-953D-B56160D451ED}">
      <dsp:nvSpPr>
        <dsp:cNvPr id="0" name=""/>
        <dsp:cNvSpPr/>
      </dsp:nvSpPr>
      <dsp:spPr>
        <a:xfrm>
          <a:off x="5581650" y="2700142"/>
          <a:ext cx="0" cy="378019"/>
        </a:xfrm>
        <a:prstGeom prst="line">
          <a:avLst/>
        </a:pr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265AEA-C589-E54E-9A92-70F772EED666}">
      <dsp:nvSpPr>
        <dsp:cNvPr id="0" name=""/>
        <dsp:cNvSpPr/>
      </dsp:nvSpPr>
      <dsp:spPr>
        <a:xfrm rot="2700000">
          <a:off x="1818545" y="2658137"/>
          <a:ext cx="84008" cy="840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39B950-A3CE-114B-8811-14A379025701}">
      <dsp:nvSpPr>
        <dsp:cNvPr id="0" name=""/>
        <dsp:cNvSpPr/>
      </dsp:nvSpPr>
      <dsp:spPr>
        <a:xfrm rot="2700000">
          <a:off x="5539646" y="2658137"/>
          <a:ext cx="84008" cy="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4DD2E-03B9-1141-8ABF-D20616F7959A}">
      <dsp:nvSpPr>
        <dsp:cNvPr id="0" name=""/>
        <dsp:cNvSpPr/>
      </dsp:nvSpPr>
      <dsp:spPr>
        <a:xfrm>
          <a:off x="1989006" y="1108"/>
          <a:ext cx="2193934" cy="2193934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News ETS results:</a:t>
          </a:r>
        </a:p>
      </dsp:txBody>
      <dsp:txXfrm>
        <a:off x="2537490" y="1108"/>
        <a:ext cx="1096967" cy="1809996"/>
      </dsp:txXfrm>
    </dsp:sp>
    <dsp:sp modelId="{FAE6F7A0-5556-7742-B9A5-61C22A7F8EF3}">
      <dsp:nvSpPr>
        <dsp:cNvPr id="0" name=""/>
        <dsp:cNvSpPr/>
      </dsp:nvSpPr>
      <dsp:spPr>
        <a:xfrm rot="5400000">
          <a:off x="3640480" y="1652582"/>
          <a:ext cx="2193934" cy="2193934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Smooth trend</a:t>
          </a:r>
        </a:p>
      </dsp:txBody>
      <dsp:txXfrm rot="-5400000">
        <a:off x="4024419" y="2201066"/>
        <a:ext cx="1809996" cy="1096967"/>
      </dsp:txXfrm>
    </dsp:sp>
    <dsp:sp modelId="{3B05B444-4B51-B842-B486-EE08903A2BF7}">
      <dsp:nvSpPr>
        <dsp:cNvPr id="0" name=""/>
        <dsp:cNvSpPr/>
      </dsp:nvSpPr>
      <dsp:spPr>
        <a:xfrm rot="10800000">
          <a:off x="1989006" y="3304056"/>
          <a:ext cx="2193934" cy="2193934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Narrow confidence intervals</a:t>
          </a:r>
        </a:p>
      </dsp:txBody>
      <dsp:txXfrm rot="10800000">
        <a:off x="2537489" y="3687994"/>
        <a:ext cx="1096967" cy="1809996"/>
      </dsp:txXfrm>
    </dsp:sp>
    <dsp:sp modelId="{621D680A-E8CA-514B-A283-11DEA1CE370C}">
      <dsp:nvSpPr>
        <dsp:cNvPr id="0" name=""/>
        <dsp:cNvSpPr/>
      </dsp:nvSpPr>
      <dsp:spPr>
        <a:xfrm rot="16200000">
          <a:off x="337532" y="1652582"/>
          <a:ext cx="2193934" cy="2193934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High predictability</a:t>
          </a:r>
        </a:p>
      </dsp:txBody>
      <dsp:txXfrm rot="5400000">
        <a:off x="337533" y="2201065"/>
        <a:ext cx="1809996" cy="10969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9F6D7-86E2-1940-A26B-FF425DCAEAC0}">
      <dsp:nvSpPr>
        <dsp:cNvPr id="0" name=""/>
        <dsp:cNvSpPr/>
      </dsp:nvSpPr>
      <dsp:spPr>
        <a:xfrm>
          <a:off x="1778961" y="1165"/>
          <a:ext cx="2157077" cy="215707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Tweet ETS results:</a:t>
          </a:r>
        </a:p>
      </dsp:txBody>
      <dsp:txXfrm>
        <a:off x="2318230" y="1165"/>
        <a:ext cx="1078539" cy="1779589"/>
      </dsp:txXfrm>
    </dsp:sp>
    <dsp:sp modelId="{CE10F68C-93B8-5A40-8FA1-9022C3C4ECA7}">
      <dsp:nvSpPr>
        <dsp:cNvPr id="0" name=""/>
        <dsp:cNvSpPr/>
      </dsp:nvSpPr>
      <dsp:spPr>
        <a:xfrm rot="5400000">
          <a:off x="3404356" y="1626561"/>
          <a:ext cx="2157077" cy="215707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Volatile pattern</a:t>
          </a:r>
        </a:p>
      </dsp:txBody>
      <dsp:txXfrm rot="-5400000">
        <a:off x="3781844" y="2165830"/>
        <a:ext cx="1779589" cy="1078539"/>
      </dsp:txXfrm>
    </dsp:sp>
    <dsp:sp modelId="{A90911B3-E686-8547-BF28-D92AB150AD3C}">
      <dsp:nvSpPr>
        <dsp:cNvPr id="0" name=""/>
        <dsp:cNvSpPr/>
      </dsp:nvSpPr>
      <dsp:spPr>
        <a:xfrm rot="10800000">
          <a:off x="1778961" y="3251956"/>
          <a:ext cx="2157077" cy="215707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Very wide forecast intervals</a:t>
          </a:r>
        </a:p>
      </dsp:txBody>
      <dsp:txXfrm rot="10800000">
        <a:off x="2318230" y="3629444"/>
        <a:ext cx="1078539" cy="1779589"/>
      </dsp:txXfrm>
    </dsp:sp>
    <dsp:sp modelId="{C5634B6F-2A39-914E-BCEA-737B2F892ABB}">
      <dsp:nvSpPr>
        <dsp:cNvPr id="0" name=""/>
        <dsp:cNvSpPr/>
      </dsp:nvSpPr>
      <dsp:spPr>
        <a:xfrm rot="16200000">
          <a:off x="153565" y="1626561"/>
          <a:ext cx="2157077" cy="215707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Low predictability</a:t>
          </a:r>
        </a:p>
      </dsp:txBody>
      <dsp:txXfrm rot="5400000">
        <a:off x="153565" y="2165830"/>
        <a:ext cx="1779589" cy="10785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A3235-06EC-CC44-967F-ECB6AA933644}">
      <dsp:nvSpPr>
        <dsp:cNvPr id="0" name=""/>
        <dsp:cNvSpPr/>
      </dsp:nvSpPr>
      <dsp:spPr>
        <a:xfrm>
          <a:off x="0" y="0"/>
          <a:ext cx="5953760" cy="11880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News provides consistency → better for forecasting</a:t>
          </a:r>
        </a:p>
      </dsp:txBody>
      <dsp:txXfrm>
        <a:off x="34797" y="34797"/>
        <a:ext cx="4571357" cy="1118468"/>
      </dsp:txXfrm>
    </dsp:sp>
    <dsp:sp modelId="{07FEAD62-6405-B841-B457-C08E17AF5FB7}">
      <dsp:nvSpPr>
        <dsp:cNvPr id="0" name=""/>
        <dsp:cNvSpPr/>
      </dsp:nvSpPr>
      <dsp:spPr>
        <a:xfrm>
          <a:off x="498627" y="1404073"/>
          <a:ext cx="5953760" cy="1188062"/>
        </a:xfrm>
        <a:prstGeom prst="roundRect">
          <a:avLst>
            <a:gd name="adj" fmla="val 10000"/>
          </a:avLst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Tweets are reactive → better for detecting real-time shifts</a:t>
          </a:r>
        </a:p>
      </dsp:txBody>
      <dsp:txXfrm>
        <a:off x="533424" y="1438870"/>
        <a:ext cx="4613298" cy="1118468"/>
      </dsp:txXfrm>
    </dsp:sp>
    <dsp:sp modelId="{3221887E-2F53-FF49-83EB-E4E19DAF1563}">
      <dsp:nvSpPr>
        <dsp:cNvPr id="0" name=""/>
        <dsp:cNvSpPr/>
      </dsp:nvSpPr>
      <dsp:spPr>
        <a:xfrm>
          <a:off x="989812" y="2808147"/>
          <a:ext cx="5953760" cy="1188062"/>
        </a:xfrm>
        <a:prstGeom prst="roundRect">
          <a:avLst>
            <a:gd name="adj" fmla="val 10000"/>
          </a:avLst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Combining both sources gives a complete sentiment profile</a:t>
          </a:r>
        </a:p>
      </dsp:txBody>
      <dsp:txXfrm>
        <a:off x="1024609" y="2842944"/>
        <a:ext cx="4620740" cy="1118468"/>
      </dsp:txXfrm>
    </dsp:sp>
    <dsp:sp modelId="{BD445AC3-9F6C-D243-9637-87DA91EEB330}">
      <dsp:nvSpPr>
        <dsp:cNvPr id="0" name=""/>
        <dsp:cNvSpPr/>
      </dsp:nvSpPr>
      <dsp:spPr>
        <a:xfrm>
          <a:off x="1488440" y="4212221"/>
          <a:ext cx="5953760" cy="1188062"/>
        </a:xfrm>
        <a:prstGeom prst="roundRect">
          <a:avLst>
            <a:gd name="adj" fmla="val 10000"/>
          </a:avLst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Forecasts prove stability differences between communication channels</a:t>
          </a:r>
        </a:p>
      </dsp:txBody>
      <dsp:txXfrm>
        <a:off x="1523237" y="4247018"/>
        <a:ext cx="4613298" cy="1118468"/>
      </dsp:txXfrm>
    </dsp:sp>
    <dsp:sp modelId="{04013817-5494-5B4D-9016-65638F9C4FBC}">
      <dsp:nvSpPr>
        <dsp:cNvPr id="0" name=""/>
        <dsp:cNvSpPr/>
      </dsp:nvSpPr>
      <dsp:spPr>
        <a:xfrm>
          <a:off x="5181520" y="909947"/>
          <a:ext cx="772240" cy="7722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355274" y="909947"/>
        <a:ext cx="424732" cy="581111"/>
      </dsp:txXfrm>
    </dsp:sp>
    <dsp:sp modelId="{C6575E2E-BC8D-E843-BA30-8C54118B3A53}">
      <dsp:nvSpPr>
        <dsp:cNvPr id="0" name=""/>
        <dsp:cNvSpPr/>
      </dsp:nvSpPr>
      <dsp:spPr>
        <a:xfrm>
          <a:off x="5680147" y="2314021"/>
          <a:ext cx="772240" cy="7722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57348"/>
            <a:satOff val="-4819"/>
            <a:lumOff val="-25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57348"/>
              <a:satOff val="-4819"/>
              <a:lumOff val="-25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853901" y="2314021"/>
        <a:ext cx="424732" cy="581111"/>
      </dsp:txXfrm>
    </dsp:sp>
    <dsp:sp modelId="{04D4C8EB-4599-1C46-BFCC-BA705D14F191}">
      <dsp:nvSpPr>
        <dsp:cNvPr id="0" name=""/>
        <dsp:cNvSpPr/>
      </dsp:nvSpPr>
      <dsp:spPr>
        <a:xfrm>
          <a:off x="6171332" y="3718095"/>
          <a:ext cx="772240" cy="7722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14695"/>
            <a:satOff val="-9638"/>
            <a:lumOff val="-51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4695"/>
              <a:satOff val="-9638"/>
              <a:lumOff val="-51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345086" y="3718095"/>
        <a:ext cx="424732" cy="58111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8ACD1E-A4DD-154D-B138-78D573BDF814}">
      <dsp:nvSpPr>
        <dsp:cNvPr id="0" name=""/>
        <dsp:cNvSpPr/>
      </dsp:nvSpPr>
      <dsp:spPr>
        <a:xfrm>
          <a:off x="0" y="0"/>
          <a:ext cx="744220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62076-2BB3-E644-8127-38E26F871CB4}">
      <dsp:nvSpPr>
        <dsp:cNvPr id="0" name=""/>
        <dsp:cNvSpPr/>
      </dsp:nvSpPr>
      <dsp:spPr>
        <a:xfrm>
          <a:off x="0" y="0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News = stable, predictable</a:t>
          </a:r>
        </a:p>
      </dsp:txBody>
      <dsp:txXfrm>
        <a:off x="0" y="0"/>
        <a:ext cx="7442201" cy="1350071"/>
      </dsp:txXfrm>
    </dsp:sp>
    <dsp:sp modelId="{47128C4A-9D8F-DF43-88A6-53010C7FD647}">
      <dsp:nvSpPr>
        <dsp:cNvPr id="0" name=""/>
        <dsp:cNvSpPr/>
      </dsp:nvSpPr>
      <dsp:spPr>
        <a:xfrm>
          <a:off x="0" y="1350071"/>
          <a:ext cx="7442201" cy="0"/>
        </a:xfrm>
        <a:prstGeom prst="line">
          <a:avLst/>
        </a:prstGeom>
        <a:solidFill>
          <a:schemeClr val="accent5">
            <a:hueOff val="6336313"/>
            <a:satOff val="-8887"/>
            <a:lumOff val="-915"/>
            <a:alphaOff val="0"/>
          </a:schemeClr>
        </a:solidFill>
        <a:ln w="12700" cap="flat" cmpd="sng" algn="ctr">
          <a:solidFill>
            <a:schemeClr val="accent5">
              <a:hueOff val="6336313"/>
              <a:satOff val="-8887"/>
              <a:lumOff val="-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1134A-4ACD-0441-B52D-BCDE50FB427C}">
      <dsp:nvSpPr>
        <dsp:cNvPr id="0" name=""/>
        <dsp:cNvSpPr/>
      </dsp:nvSpPr>
      <dsp:spPr>
        <a:xfrm>
          <a:off x="0" y="1350071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Tweets = volatile, event-driven</a:t>
          </a:r>
        </a:p>
      </dsp:txBody>
      <dsp:txXfrm>
        <a:off x="0" y="1350071"/>
        <a:ext cx="7442201" cy="1350071"/>
      </dsp:txXfrm>
    </dsp:sp>
    <dsp:sp modelId="{C8812689-7DC9-9843-8E3D-D58F0AE4DDDB}">
      <dsp:nvSpPr>
        <dsp:cNvPr id="0" name=""/>
        <dsp:cNvSpPr/>
      </dsp:nvSpPr>
      <dsp:spPr>
        <a:xfrm>
          <a:off x="0" y="2700142"/>
          <a:ext cx="7442201" cy="0"/>
        </a:xfrm>
        <a:prstGeom prst="line">
          <a:avLst/>
        </a:prstGeom>
        <a:solidFill>
          <a:schemeClr val="accent5">
            <a:hueOff val="12672627"/>
            <a:satOff val="-17773"/>
            <a:lumOff val="-1831"/>
            <a:alphaOff val="0"/>
          </a:schemeClr>
        </a:solidFill>
        <a:ln w="12700" cap="flat" cmpd="sng" algn="ctr">
          <a:solidFill>
            <a:schemeClr val="accent5">
              <a:hueOff val="12672627"/>
              <a:satOff val="-17773"/>
              <a:lumOff val="-18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B2763-1FFD-9140-8817-3708251FA7AB}">
      <dsp:nvSpPr>
        <dsp:cNvPr id="0" name=""/>
        <dsp:cNvSpPr/>
      </dsp:nvSpPr>
      <dsp:spPr>
        <a:xfrm>
          <a:off x="0" y="2700142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Industries respond differently</a:t>
          </a:r>
        </a:p>
      </dsp:txBody>
      <dsp:txXfrm>
        <a:off x="0" y="2700142"/>
        <a:ext cx="7442201" cy="1350071"/>
      </dsp:txXfrm>
    </dsp:sp>
    <dsp:sp modelId="{A149D5DF-F86D-2A40-9C81-51990E5A4439}">
      <dsp:nvSpPr>
        <dsp:cNvPr id="0" name=""/>
        <dsp:cNvSpPr/>
      </dsp:nvSpPr>
      <dsp:spPr>
        <a:xfrm>
          <a:off x="0" y="4050213"/>
          <a:ext cx="7442201" cy="0"/>
        </a:xfrm>
        <a:prstGeom prst="line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4B6D3-ECB7-0B41-866C-A4BF521D2E68}">
      <dsp:nvSpPr>
        <dsp:cNvPr id="0" name=""/>
        <dsp:cNvSpPr/>
      </dsp:nvSpPr>
      <dsp:spPr>
        <a:xfrm>
          <a:off x="0" y="4050213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Public sentiment fluctuates faster than media reporting</a:t>
          </a:r>
        </a:p>
      </dsp:txBody>
      <dsp:txXfrm>
        <a:off x="0" y="4050213"/>
        <a:ext cx="7442201" cy="1350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7/3/layout/HorizontalLabelsTimeline">
  <dgm:title val="Horizontal Labels Timeline"/>
  <dgm:desc val="Use to show a list of events in chronological order. The rectangular shape contains the description while the date is shown immediately below. It can display a large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/>
    </dgm:constrLst>
    <dgm:layoutNode name="divider" styleLbl="fgAcc1">
      <dgm:alg type="sp"/>
      <dgm:shape xmlns:r="http://schemas.openxmlformats.org/officeDocument/2006/relationships" type="line" r:blip="" zOrderOff="-1">
        <dgm:adjLst/>
      </dgm:shap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hoose name="constrBasedOnChildrenCount">
        <dgm:if name="constrForTwoChildren" axis="ch" ptType="node" func="cnt" op="lte" val="2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0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if>
        <dgm:else name="constrForRest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-0.5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else>
      </dgm:choose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PlacingNodesAboveAndBelowDivider">
            <dgm:if name="CaseForPlacingNodeAboveDivider" axis="self" ptType="node" func="posOdd" op="equ" val="1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31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b" for="ch" forName="L2TextContainerWrapper" refType="h" fact="0.31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43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.5"/>
              </dgm:constrLst>
            </dgm:if>
            <dgm:else name="CaseForPlacingNodeBelowDivider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57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t" for="ch" forName="L2TextContainerWrapper" refType="h" fact="0.69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5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"/>
              </dgm:constrLst>
            </dgm:else>
          </dgm:choose>
          <dgm:layoutNode name="L1TextContainer" styleLbl="alignNode1">
            <dgm:varLst>
              <dgm:chMax val="1"/>
              <dgm:chPref val="1"/>
              <dgm:bulletEnabled val="1"/>
            </dgm:varLst>
            <dgm:alg type="tx">
              <dgm:param type="txAnchorVert" val="mid"/>
              <dgm:param type="parTxLTRAlign" val="ctr"/>
              <dgm:param type="parTxRTLAlign" val="ctr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tMarg" refType="primFontSz" fact="0.4"/>
              <dgm:constr type="bMarg" refType="primFontSz" fact="0.4"/>
              <dgm:constr type="lMarg" refType="primFontSz" fact="0.4"/>
              <dgm:constr type="rMarg" refType="primFontSz" fact="0.4"/>
            </dgm:constrLst>
            <dgm:ruleLst>
              <dgm:rule type="primFontSz" val="14" fact="NaN" max="NaN"/>
            </dgm:ruleLst>
          </dgm:layoutNode>
          <dgm:layoutNode name="L2TextContainerWrapper">
            <dgm:varLst>
              <dgm:bulletEnabled val="1"/>
            </dgm:varLst>
            <dgm:alg type="composite"/>
            <dgm:choose name="L2TextContainerConstr">
              <dgm:if name="CaseForPlacingL2TextContaineAboveDivider" axis="self" ptType="node" func="posOdd" op="equ" val="1">
                <dgm:constrLst>
                  <dgm:constr type="h" for="ch" forName="L2TextContainer" refType="h" fact="0.39"/>
                  <dgm:constr type="b" for="ch" forName="L2TextContainer" refType="h"/>
                  <dgm:constr type="h" for="ch" forName="FlexibleEmptyPlaceHolder" refType="h" fact="0.61"/>
                </dgm:constrLst>
              </dgm:if>
              <dgm:else name="CaseForPlacingL2TextContaineBelowDivider">
                <dgm:constrLst>
                  <dgm:constr type="h" for="ch" forName="L2TextContainer" refType="h" fact="0.39"/>
                  <dgm:constr type="h" for="ch" forName="FlexibleEmptyPlaceHolder" refType="h" fact="0.61"/>
                  <dgm:constr type="b" for="ch" forName="FlexibleEmptyPlaceHolder" refType="h"/>
                </dgm:constrLst>
              </dgm:else>
            </dgm:choose>
            <dgm:layoutNode name="L2TextContainer" styleLbl="bgAccFollowNode1" moveWith="L1TextContainer">
              <dgm:choose name="L2TextContainerAlgo">
                <dgm:if name="L2TextContainerAlgoLTR" func="var" arg="dir" op="equ" val="norm">
                  <dgm:alg type="tx">
                    <dgm:param type="txAnchorVert" val="mid"/>
                    <dgm:param type="parTxRTLAlign" val="l"/>
                    <dgm:param type="parTxLTRAlign" val="l"/>
                    <dgm:param type="txAnchorVertCh" val="mid"/>
                    <dgm:param type="shpTxRTLAlignCh" val="l"/>
                    <dgm:param type="shpTxLTRAlignCh" val="l"/>
                  </dgm:alg>
                </dgm:if>
                <dgm:else name="L2TextContainerAlgoRTL">
                  <dgm:alg type="tx">
                    <dgm:param type="txAnchorVert" val="mid"/>
                    <dgm:param type="parTxRTLAlign" val="r"/>
                    <dgm:param type="parTxLTRAlign" val="r"/>
                    <dgm:param type="txAnchorVertCh" val="mid"/>
                    <dgm:param type="shpTxRTLAlignCh" val="r"/>
                    <dgm:param type="shpTxLTRAlignCh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 fact="0.75"/>
                <dgm:constr type="bMarg" refType="primFontSz" fact="0.75"/>
                <dgm:constr type="lMarg" refType="primFontSz" fact="0.75"/>
                <dgm:constr type="rMarg" refType="primFontSz" fact="0.75"/>
              </dgm:constrLst>
              <dgm:ruleLst>
                <dgm:rule type="h" val="INF" fact="NaN" max="NaN"/>
                <dgm:rule type="primFontSz" val="12" fact="NaN" max="NaN"/>
                <dgm:rule type="secFontSz" val="10" fact="NaN" max="NaN"/>
              </dgm:ruleLst>
            </dgm:layoutNode>
            <dgm:layoutNode name="FlexibleEmptyPlaceHolder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layoutNode name="ConnectLine" styleLbl="sibTrans1D1" moveWith="L1TextContainer">
            <dgm:alg type="sp"/>
            <dgm:shape xmlns:r="http://schemas.openxmlformats.org/officeDocument/2006/relationships" type="line" r:blip="">
              <dgm:adjLst/>
            </dgm:shape>
            <dgm:presOf/>
            <dgm:constrLst/>
          </dgm:layoutNode>
          <dgm:layoutNode name="ConnectorPoint" styleLbl="node1" moveWith="L1TextContainer">
            <dgm:alg type="sp"/>
            <dgm:shape xmlns:r="http://schemas.openxmlformats.org/officeDocument/2006/relationships" rot="45" type="rect" r:blip="" zOrderOff="10">
              <dgm:adjLst/>
              <dgm:extLst>
                <a:ext uri="{B698B0E9-8C71-41B9-8309-B3DCBF30829C}">
                  <dgm1612:spPr xmlns:dgm1612="http://schemas.microsoft.com/office/drawing/2016/12/diagram">
                    <a:ln w="6350"/>
                  </dgm1612:spPr>
                </a:ext>
              </dgm:extLst>
            </dgm:shape>
            <dgm:presOf/>
            <dgm:constrLst/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7/3/layout/HorizontalLabelsTimeline">
  <dgm:title val="Horizontal Labels Timeline"/>
  <dgm:desc val="Use to show a list of events in chronological order. The rectangular shape contains the description while the date is shown immediately below. It can display a large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/>
    </dgm:constrLst>
    <dgm:layoutNode name="divider" styleLbl="fgAcc1">
      <dgm:alg type="sp"/>
      <dgm:shape xmlns:r="http://schemas.openxmlformats.org/officeDocument/2006/relationships" type="line" r:blip="" zOrderOff="-1">
        <dgm:adjLst/>
      </dgm:shap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hoose name="constrBasedOnChildrenCount">
        <dgm:if name="constrForTwoChildren" axis="ch" ptType="node" func="cnt" op="lte" val="2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0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if>
        <dgm:else name="constrForRest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-0.5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else>
      </dgm:choose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PlacingNodesAboveAndBelowDivider">
            <dgm:if name="CaseForPlacingNodeAboveDivider" axis="self" ptType="node" func="posOdd" op="equ" val="1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31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b" for="ch" forName="L2TextContainerWrapper" refType="h" fact="0.31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43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.5"/>
              </dgm:constrLst>
            </dgm:if>
            <dgm:else name="CaseForPlacingNodeBelowDivider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57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t" for="ch" forName="L2TextContainerWrapper" refType="h" fact="0.69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5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"/>
              </dgm:constrLst>
            </dgm:else>
          </dgm:choose>
          <dgm:layoutNode name="L1TextContainer" styleLbl="alignNode1">
            <dgm:varLst>
              <dgm:chMax val="1"/>
              <dgm:chPref val="1"/>
              <dgm:bulletEnabled val="1"/>
            </dgm:varLst>
            <dgm:alg type="tx">
              <dgm:param type="txAnchorVert" val="mid"/>
              <dgm:param type="parTxLTRAlign" val="ctr"/>
              <dgm:param type="parTxRTLAlign" val="ctr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tMarg" refType="primFontSz" fact="0.4"/>
              <dgm:constr type="bMarg" refType="primFontSz" fact="0.4"/>
              <dgm:constr type="lMarg" refType="primFontSz" fact="0.4"/>
              <dgm:constr type="rMarg" refType="primFontSz" fact="0.4"/>
            </dgm:constrLst>
            <dgm:ruleLst>
              <dgm:rule type="primFontSz" val="14" fact="NaN" max="NaN"/>
            </dgm:ruleLst>
          </dgm:layoutNode>
          <dgm:layoutNode name="L2TextContainerWrapper">
            <dgm:varLst>
              <dgm:bulletEnabled val="1"/>
            </dgm:varLst>
            <dgm:alg type="composite"/>
            <dgm:choose name="L2TextContainerConstr">
              <dgm:if name="CaseForPlacingL2TextContaineAboveDivider" axis="self" ptType="node" func="posOdd" op="equ" val="1">
                <dgm:constrLst>
                  <dgm:constr type="h" for="ch" forName="L2TextContainer" refType="h" fact="0.39"/>
                  <dgm:constr type="b" for="ch" forName="L2TextContainer" refType="h"/>
                  <dgm:constr type="h" for="ch" forName="FlexibleEmptyPlaceHolder" refType="h" fact="0.61"/>
                </dgm:constrLst>
              </dgm:if>
              <dgm:else name="CaseForPlacingL2TextContaineBelowDivider">
                <dgm:constrLst>
                  <dgm:constr type="h" for="ch" forName="L2TextContainer" refType="h" fact="0.39"/>
                  <dgm:constr type="h" for="ch" forName="FlexibleEmptyPlaceHolder" refType="h" fact="0.61"/>
                  <dgm:constr type="b" for="ch" forName="FlexibleEmptyPlaceHolder" refType="h"/>
                </dgm:constrLst>
              </dgm:else>
            </dgm:choose>
            <dgm:layoutNode name="L2TextContainer" styleLbl="bgAccFollowNode1" moveWith="L1TextContainer">
              <dgm:choose name="L2TextContainerAlgo">
                <dgm:if name="L2TextContainerAlgoLTR" func="var" arg="dir" op="equ" val="norm">
                  <dgm:alg type="tx">
                    <dgm:param type="txAnchorVert" val="mid"/>
                    <dgm:param type="parTxRTLAlign" val="l"/>
                    <dgm:param type="parTxLTRAlign" val="l"/>
                    <dgm:param type="txAnchorVertCh" val="mid"/>
                    <dgm:param type="shpTxRTLAlignCh" val="l"/>
                    <dgm:param type="shpTxLTRAlignCh" val="l"/>
                  </dgm:alg>
                </dgm:if>
                <dgm:else name="L2TextContainerAlgoRTL">
                  <dgm:alg type="tx">
                    <dgm:param type="txAnchorVert" val="mid"/>
                    <dgm:param type="parTxRTLAlign" val="r"/>
                    <dgm:param type="parTxLTRAlign" val="r"/>
                    <dgm:param type="txAnchorVertCh" val="mid"/>
                    <dgm:param type="shpTxRTLAlignCh" val="r"/>
                    <dgm:param type="shpTxLTRAlignCh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 fact="0.75"/>
                <dgm:constr type="bMarg" refType="primFontSz" fact="0.75"/>
                <dgm:constr type="lMarg" refType="primFontSz" fact="0.75"/>
                <dgm:constr type="rMarg" refType="primFontSz" fact="0.75"/>
              </dgm:constrLst>
              <dgm:ruleLst>
                <dgm:rule type="h" val="INF" fact="NaN" max="NaN"/>
                <dgm:rule type="primFontSz" val="12" fact="NaN" max="NaN"/>
                <dgm:rule type="secFontSz" val="10" fact="NaN" max="NaN"/>
              </dgm:ruleLst>
            </dgm:layoutNode>
            <dgm:layoutNode name="FlexibleEmptyPlaceHolder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layoutNode name="ConnectLine" styleLbl="sibTrans1D1" moveWith="L1TextContainer">
            <dgm:alg type="sp"/>
            <dgm:shape xmlns:r="http://schemas.openxmlformats.org/officeDocument/2006/relationships" type="line" r:blip="">
              <dgm:adjLst/>
            </dgm:shape>
            <dgm:presOf/>
            <dgm:constrLst/>
          </dgm:layoutNode>
          <dgm:layoutNode name="ConnectorPoint" styleLbl="node1" moveWith="L1TextContainer">
            <dgm:alg type="sp"/>
            <dgm:shape xmlns:r="http://schemas.openxmlformats.org/officeDocument/2006/relationships" rot="45" type="rect" r:blip="" zOrderOff="10">
              <dgm:adjLst/>
              <dgm:extLst>
                <a:ext uri="{B698B0E9-8C71-41B9-8309-B3DCBF30829C}">
                  <dgm1612:spPr xmlns:dgm1612="http://schemas.microsoft.com/office/drawing/2016/12/diagram">
                    <a:ln w="6350"/>
                  </dgm1612:spPr>
                </a:ext>
              </dgm:extLst>
            </dgm:shape>
            <dgm:presOf/>
            <dgm:constrLst/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74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98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0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9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8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0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1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8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5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9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93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79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2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24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552057-01BE-C865-5209-1D6B42EDE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Project: Sentiment Stability Across News &amp; Social Engagement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2A749-94B9-F5D0-62EF-6A2235BA0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Uday Raval</a:t>
            </a:r>
          </a:p>
          <a:p>
            <a:r>
              <a:rPr lang="en-US" dirty="0"/>
              <a:t>Enterprise Analytics – Final Presentation</a:t>
            </a:r>
            <a:br>
              <a:rPr lang="en-US" dirty="0"/>
            </a:br>
            <a:r>
              <a:rPr lang="en-US" dirty="0"/>
              <a:t>December 2025</a:t>
            </a:r>
          </a:p>
        </p:txBody>
      </p:sp>
      <p:pic>
        <p:nvPicPr>
          <p:cNvPr id="4" name="Picture 3" descr="A blue and white room with a blue sky&#10;&#10;AI-generated content may be incorrect.">
            <a:extLst>
              <a:ext uri="{FF2B5EF4-FFF2-40B4-BE49-F238E27FC236}">
                <a16:creationId xmlns:a16="http://schemas.microsoft.com/office/drawing/2014/main" id="{F0DC0419-F8F9-A97D-DDFF-E85ADC4D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22" r="21145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262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2099A-BDE1-9B6D-F889-D464222B9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/>
              <a:t>Research Question &amp; Motivation</a:t>
            </a:r>
            <a:endParaRPr lang="en-US" dirty="0"/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Farm scene">
            <a:extLst>
              <a:ext uri="{FF2B5EF4-FFF2-40B4-BE49-F238E27FC236}">
                <a16:creationId xmlns:a16="http://schemas.microsoft.com/office/drawing/2014/main" id="{FDCE67B6-162B-12D8-67F9-E34A4A74D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" y="2672080"/>
            <a:ext cx="3490974" cy="34909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A07F4-81D8-5AEC-C39B-67FE4E3DC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sz="1700" b="1" dirty="0"/>
              <a:t>Research Question: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700" dirty="0"/>
              <a:t>Which industries (Tech, Retail, Healthcare, Finance) show the most stable and predictable sentiment across financial news and social media tweets?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700" b="1" dirty="0"/>
              <a:t>Why This Matters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Companies face both controlled news sentiment and emotional public sentiment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News influences investor outlook and market confidence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Tweets reflect public reaction, controversies, and real-time emotions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700" b="1" dirty="0"/>
              <a:t>Comparing both helps identify: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Reputation stability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Market risk signals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Audience sensitivity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Communication effectiveness</a:t>
            </a:r>
          </a:p>
        </p:txBody>
      </p:sp>
    </p:spTree>
    <p:extLst>
      <p:ext uri="{BB962C8B-B14F-4D97-AF65-F5344CB8AC3E}">
        <p14:creationId xmlns:p14="http://schemas.microsoft.com/office/powerpoint/2010/main" val="115810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D741-8A4E-2CE9-777C-25DE46E79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Sources Overview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FD3048-FC90-0CC6-06FF-0EDDC59863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3307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9DFACC-93C6-2BFB-DC13-459938767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SQL Data Extraction (News)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580F9-27C8-8FAD-234C-0E43ED08A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SQL Query Highlights:</a:t>
            </a:r>
          </a:p>
          <a:p>
            <a:r>
              <a:rPr lang="en-US" dirty="0"/>
              <a:t>Pulled article count per day</a:t>
            </a:r>
          </a:p>
          <a:p>
            <a:r>
              <a:rPr lang="en-US" dirty="0"/>
              <a:t>Extracted sentiment scores</a:t>
            </a:r>
          </a:p>
          <a:p>
            <a:r>
              <a:rPr lang="en-US" dirty="0"/>
              <a:t>Aggregated daily data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EBC779-C252-54B1-F0E0-E2370CB9D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859" y="0"/>
            <a:ext cx="4757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52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8C323-2BC2-C374-E8D6-32167CC82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SQL Data Extraction (Tweets)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591039-7FAA-B7FC-43BD-FA8C94E991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46" r="11218" b="1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13D50-F66F-812E-7F56-49F5AF7EF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SQL Query Highlights:</a:t>
            </a:r>
          </a:p>
          <a:p>
            <a:r>
              <a:rPr lang="en-US" dirty="0"/>
              <a:t>Pulled tweet frequency</a:t>
            </a:r>
          </a:p>
          <a:p>
            <a:r>
              <a:rPr lang="en-US" dirty="0"/>
              <a:t>Likes, retweets</a:t>
            </a:r>
          </a:p>
          <a:p>
            <a:r>
              <a:rPr lang="en-US" dirty="0"/>
              <a:t>Sentiment score per day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777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F795F-98AB-53E1-227E-27D0859C5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 for Analysis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E5231EF-AA15-9482-7D76-4DB53EB48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3591904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6872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BC36-C18D-E2A6-1814-A2CDD916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Workflow Pipeline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55E4AB-3A65-DF56-46C1-448CFB1206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1423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60F43-9707-A304-F074-CAE198D31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/>
              <a:t>Volume Analysis: News vs Tweets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80D58A0F-6F85-13BB-E602-AB23BD2ED2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9284688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884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EADC2-7204-D3C5-1018-30F2CA6B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81BF6-5F41-89A0-5F50-0793D2EA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/>
              <a:t>Sentiment Analysis Results</a:t>
            </a:r>
            <a:endParaRPr lang="en-US" sz="32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83529ACE-3DF8-6472-E9D1-D4B077523B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9409830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7229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F346F-A064-87BB-4EEE-36C2CFDBD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ETS Forecasting (News)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ACD10D-F827-9E7E-0722-7795525A26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3966677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graph with a line&#10;&#10;AI-generated content may be incorrect.">
            <a:extLst>
              <a:ext uri="{FF2B5EF4-FFF2-40B4-BE49-F238E27FC236}">
                <a16:creationId xmlns:a16="http://schemas.microsoft.com/office/drawing/2014/main" id="{E900B1C4-EEAD-7F9F-D4CB-6212228436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371" y="2775494"/>
            <a:ext cx="4705513" cy="1941830"/>
          </a:xfrm>
          <a:prstGeom prst="rect">
            <a:avLst/>
          </a:prstGeom>
        </p:spPr>
      </p:pic>
      <p:pic>
        <p:nvPicPr>
          <p:cNvPr id="4" name="Picture 3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CB58C95F-A78D-3654-EEDD-500BA5F47C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638" y="4853136"/>
            <a:ext cx="4603246" cy="189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408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76C296-7DC4-EFB7-63E4-813CA11D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en-US" dirty="0"/>
              <a:t>ETS Forecasting (Tweets)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8A18B9-CC3C-1FA9-2A94-DAA48537D2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826602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graph showing a line&#10;&#10;AI-generated content may be incorrect.">
            <a:extLst>
              <a:ext uri="{FF2B5EF4-FFF2-40B4-BE49-F238E27FC236}">
                <a16:creationId xmlns:a16="http://schemas.microsoft.com/office/drawing/2014/main" id="{0ABC3D5C-6211-DAE5-719F-B48D7F2EA1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475384"/>
            <a:ext cx="4718296" cy="1947105"/>
          </a:xfrm>
          <a:prstGeom prst="rect">
            <a:avLst/>
          </a:prstGeom>
        </p:spPr>
      </p:pic>
      <p:pic>
        <p:nvPicPr>
          <p:cNvPr id="4" name="Picture 3" descr="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20E7DE73-0005-371A-B42C-4061C09A9E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25" y="4719600"/>
            <a:ext cx="4603246" cy="189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95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6EC62FF-A757-8A50-CF0E-6731BEFA1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7336" y="952499"/>
            <a:ext cx="5367528" cy="1316736"/>
          </a:xfrm>
        </p:spPr>
        <p:txBody>
          <a:bodyPr>
            <a:normAutofit/>
          </a:bodyPr>
          <a:lstStyle/>
          <a:p>
            <a:r>
              <a:rPr lang="en-US" dirty="0"/>
              <a:t>Industry-Level Comparison</a:t>
            </a:r>
          </a:p>
        </p:txBody>
      </p:sp>
      <p:pic>
        <p:nvPicPr>
          <p:cNvPr id="10" name="Picture 9" descr="A graph with a line graph and numbers&#10;&#10;AI-generated content may be incorrect.">
            <a:extLst>
              <a:ext uri="{FF2B5EF4-FFF2-40B4-BE49-F238E27FC236}">
                <a16:creationId xmlns:a16="http://schemas.microsoft.com/office/drawing/2014/main" id="{3F10801A-CC49-74F9-8AA4-02F1BF0FF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475"/>
          <a:stretch>
            <a:fillRect/>
          </a:stretch>
        </p:blipFill>
        <p:spPr>
          <a:xfrm>
            <a:off x="154" y="10"/>
            <a:ext cx="5579379" cy="342899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2289" y="722376"/>
            <a:ext cx="1562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C15079EC-7374-B33C-5465-6308FF6D71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475"/>
          <a:stretch>
            <a:fillRect/>
          </a:stretch>
        </p:blipFill>
        <p:spPr>
          <a:xfrm>
            <a:off x="154" y="3429000"/>
            <a:ext cx="5579379" cy="34290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B91F7D-04DB-2D6F-63CE-41213C42B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7336" y="2269235"/>
            <a:ext cx="5367528" cy="40393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Tech &amp; Finance:</a:t>
            </a:r>
          </a:p>
          <a:p>
            <a:r>
              <a:rPr lang="en-US" dirty="0"/>
              <a:t>Stable news sentiment</a:t>
            </a:r>
          </a:p>
          <a:p>
            <a:r>
              <a:rPr lang="en-US" dirty="0"/>
              <a:t>Highly reactive tweets</a:t>
            </a:r>
          </a:p>
          <a:p>
            <a:pPr marL="0" indent="0">
              <a:buNone/>
            </a:pPr>
            <a:r>
              <a:rPr lang="en-US" dirty="0"/>
              <a:t>Retail:</a:t>
            </a:r>
          </a:p>
          <a:p>
            <a:r>
              <a:rPr lang="en-US" dirty="0"/>
              <a:t>Tweet spikes during promotions or issues</a:t>
            </a:r>
          </a:p>
          <a:p>
            <a:pPr marL="0" indent="0">
              <a:buNone/>
            </a:pPr>
            <a:r>
              <a:rPr lang="en-US" dirty="0"/>
              <a:t>Tweet spikes during promotions or issues</a:t>
            </a:r>
          </a:p>
          <a:p>
            <a:r>
              <a:rPr lang="en-US" dirty="0"/>
              <a:t>Sensitive sentiment swings during medical events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830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573B2-C4AF-2C6E-19C2-FC579AC69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/>
              <a:t>Combined Insights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A031D8-998A-2EF2-0F25-1893083F4A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4103089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2667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CAAAF-D906-8D4C-1C92-154E7223A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/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AC7AA1-C476-ECC7-28E6-57168CA3E8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9151912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1815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8A148-A9DA-1788-6004-BDADC1391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552" y="871758"/>
            <a:ext cx="5825448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4AF7-EE12-AD3C-28AA-8AEDCC72E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964" y="4785543"/>
            <a:ext cx="5322013" cy="10056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dirty="0"/>
              <a:t>Questions?</a:t>
            </a:r>
          </a:p>
        </p:txBody>
      </p:sp>
      <p:pic>
        <p:nvPicPr>
          <p:cNvPr id="5" name="Picture 4" descr="Sticky notes with question marks">
            <a:extLst>
              <a:ext uri="{FF2B5EF4-FFF2-40B4-BE49-F238E27FC236}">
                <a16:creationId xmlns:a16="http://schemas.microsoft.com/office/drawing/2014/main" id="{6F26DB25-8E59-28A5-3F8D-D1954FF76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88" r="25045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66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420</Words>
  <Application>Microsoft Office PowerPoint</Application>
  <PresentationFormat>Widescreen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Calisto MT</vt:lpstr>
      <vt:lpstr>Univers Condensed</vt:lpstr>
      <vt:lpstr>ChronicleVTI</vt:lpstr>
      <vt:lpstr>Final Project: Sentiment Stability Across News &amp; Social Engagement  </vt:lpstr>
      <vt:lpstr>Research Question &amp; Motivation</vt:lpstr>
      <vt:lpstr>Data Sources Overview</vt:lpstr>
      <vt:lpstr>SQL Data Extraction (News)</vt:lpstr>
      <vt:lpstr>SQL Data Extraction (Tweets)</vt:lpstr>
      <vt:lpstr>Tools Used for Analysis</vt:lpstr>
      <vt:lpstr>R Workflow Pipeline</vt:lpstr>
      <vt:lpstr>Volume Analysis: News vs Tweets</vt:lpstr>
      <vt:lpstr>Sentiment Analysis Results</vt:lpstr>
      <vt:lpstr>ETS Forecasting (News)</vt:lpstr>
      <vt:lpstr>ETS Forecasting (Tweets)</vt:lpstr>
      <vt:lpstr>Industry-Level Comparison</vt:lpstr>
      <vt:lpstr>Combined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Basava</dc:creator>
  <cp:lastModifiedBy>UDAY RAVAL</cp:lastModifiedBy>
  <cp:revision>2</cp:revision>
  <dcterms:created xsi:type="dcterms:W3CDTF">2025-12-04T03:56:37Z</dcterms:created>
  <dcterms:modified xsi:type="dcterms:W3CDTF">2026-01-07T05:05:29Z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4f9dd6-a4b8-4763-a61d-db8d0cf51108_Enabled">
    <vt:lpwstr>true</vt:lpwstr>
  </property>
  <property fmtid="{D5CDD505-2E9C-101B-9397-08002B2CF9AE}" pid="3" name="MSIP_Label_cc4f9dd6-a4b8-4763-a61d-db8d0cf51108_SetDate">
    <vt:lpwstr>2025-12-04T04:53:39Z</vt:lpwstr>
  </property>
  <property fmtid="{D5CDD505-2E9C-101B-9397-08002B2CF9AE}" pid="4" name="MSIP_Label_cc4f9dd6-a4b8-4763-a61d-db8d0cf51108_Method">
    <vt:lpwstr>Standard</vt:lpwstr>
  </property>
  <property fmtid="{D5CDD505-2E9C-101B-9397-08002B2CF9AE}" pid="5" name="MSIP_Label_cc4f9dd6-a4b8-4763-a61d-db8d0cf51108_Name">
    <vt:lpwstr>defa4170-0d19-0005-0004-bc88714345d2</vt:lpwstr>
  </property>
  <property fmtid="{D5CDD505-2E9C-101B-9397-08002B2CF9AE}" pid="6" name="MSIP_Label_cc4f9dd6-a4b8-4763-a61d-db8d0cf51108_SiteId">
    <vt:lpwstr>b5a5796f-19a9-493f-9cb2-7a88b4e9b123</vt:lpwstr>
  </property>
  <property fmtid="{D5CDD505-2E9C-101B-9397-08002B2CF9AE}" pid="7" name="MSIP_Label_cc4f9dd6-a4b8-4763-a61d-db8d0cf51108_ActionId">
    <vt:lpwstr>68330410-6969-41e3-b899-91f9613307e8</vt:lpwstr>
  </property>
  <property fmtid="{D5CDD505-2E9C-101B-9397-08002B2CF9AE}" pid="8" name="MSIP_Label_cc4f9dd6-a4b8-4763-a61d-db8d0cf51108_ContentBits">
    <vt:lpwstr>0</vt:lpwstr>
  </property>
  <property fmtid="{D5CDD505-2E9C-101B-9397-08002B2CF9AE}" pid="9" name="MSIP_Label_cc4f9dd6-a4b8-4763-a61d-db8d0cf51108_Tag">
    <vt:lpwstr>50, 3, 0, 1</vt:lpwstr>
  </property>
</Properties>
</file>